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3c9919ab2247d2" /><Relationship Type="http://schemas.openxmlformats.org/officeDocument/2006/relationships/extended-properties" Target="/docProps/app.xml" Id="Rfab83762e0764a81" /><Relationship Type="http://schemas.openxmlformats.org/officeDocument/2006/relationships/officeDocument" Target="/ppt/presentation.xml" Id="R05671fcb0e0e40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3b072f5d7f42e3"/>
  </p:sldMasterIdLst>
  <p:notesMasterIdLst>
    <p:notesMasterId xmlns:r="http://schemas.openxmlformats.org/officeDocument/2006/relationships" r:id="R6f40022ea3634d99"/>
  </p:notesMasterIdLst>
  <p:sldIdLst>
    <p:sldId xmlns:r="http://schemas.openxmlformats.org/officeDocument/2006/relationships" id="256" r:id="R175ca7af133443ed"/>
    <p:sldId xmlns:r="http://schemas.openxmlformats.org/officeDocument/2006/relationships" id="257" r:id="R81d26ce5fb864d84"/>
    <p:sldId xmlns:r="http://schemas.openxmlformats.org/officeDocument/2006/relationships" id="258" r:id="R35fd3bddc49e4d1d"/>
    <p:sldId xmlns:r="http://schemas.openxmlformats.org/officeDocument/2006/relationships" id="259" r:id="Rc776acc9241b4a6c"/>
    <p:sldId xmlns:r="http://schemas.openxmlformats.org/officeDocument/2006/relationships" id="260" r:id="R37e12e4fb6654f38"/>
    <p:sldId xmlns:r="http://schemas.openxmlformats.org/officeDocument/2006/relationships" id="261" r:id="Rb2745f86e24f4587"/>
    <p:sldId xmlns:r="http://schemas.openxmlformats.org/officeDocument/2006/relationships" id="262" r:id="R773626bbe54d4199"/>
    <p:sldId xmlns:r="http://schemas.openxmlformats.org/officeDocument/2006/relationships" id="263" r:id="R1e1b3ec430dc46a2"/>
    <p:sldId xmlns:r="http://schemas.openxmlformats.org/officeDocument/2006/relationships" id="264" r:id="R8c3d35c8f97c4baa"/>
    <p:sldId xmlns:r="http://schemas.openxmlformats.org/officeDocument/2006/relationships" id="265" r:id="R6521d3396f7741ce"/>
    <p:sldId xmlns:r="http://schemas.openxmlformats.org/officeDocument/2006/relationships" id="266" r:id="Rd75a15c28d4d422d"/>
    <p:sldId xmlns:r="http://schemas.openxmlformats.org/officeDocument/2006/relationships" id="267" r:id="R716dd391d8314c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10bddeb9b94f13" /><Relationship Type="http://schemas.openxmlformats.org/officeDocument/2006/relationships/slideMaster" Target="/ppt/slideMasters/slideMaster1.xml" Id="R133b072f5d7f42e3" /><Relationship Type="http://schemas.openxmlformats.org/officeDocument/2006/relationships/notesMaster" Target="/ppt/notesMasters/notesMaster1.xml" Id="R6f40022ea3634d99" /><Relationship Type="http://schemas.openxmlformats.org/officeDocument/2006/relationships/presProps" Target="/ppt/presProps.xml" Id="R03a9abf2017c4297" /><Relationship Type="http://schemas.openxmlformats.org/officeDocument/2006/relationships/tableStyles" Target="/ppt/tableStyles.xml" Id="R00c8da1ef007436c" /><Relationship Type="http://schemas.openxmlformats.org/officeDocument/2006/relationships/slide" Target="/ppt/slides/slide1.xml" Id="R175ca7af133443ed" /><Relationship Type="http://schemas.openxmlformats.org/officeDocument/2006/relationships/slide" Target="/ppt/slides/slide2.xml" Id="R81d26ce5fb864d84" /><Relationship Type="http://schemas.openxmlformats.org/officeDocument/2006/relationships/slide" Target="/ppt/slides/slide3.xml" Id="R35fd3bddc49e4d1d" /><Relationship Type="http://schemas.openxmlformats.org/officeDocument/2006/relationships/slide" Target="/ppt/slides/slide4.xml" Id="Rc776acc9241b4a6c" /><Relationship Type="http://schemas.openxmlformats.org/officeDocument/2006/relationships/slide" Target="/ppt/slides/slide5.xml" Id="R37e12e4fb6654f38" /><Relationship Type="http://schemas.openxmlformats.org/officeDocument/2006/relationships/slide" Target="/ppt/slides/slide6.xml" Id="Rb2745f86e24f4587" /><Relationship Type="http://schemas.openxmlformats.org/officeDocument/2006/relationships/slide" Target="/ppt/slides/slide7.xml" Id="R773626bbe54d4199" /><Relationship Type="http://schemas.openxmlformats.org/officeDocument/2006/relationships/slide" Target="/ppt/slides/slide8.xml" Id="R1e1b3ec430dc46a2" /><Relationship Type="http://schemas.openxmlformats.org/officeDocument/2006/relationships/slide" Target="/ppt/slides/slide9.xml" Id="R8c3d35c8f97c4baa" /><Relationship Type="http://schemas.openxmlformats.org/officeDocument/2006/relationships/slide" Target="/ppt/slides/slide10.xml" Id="R6521d3396f7741ce" /><Relationship Type="http://schemas.openxmlformats.org/officeDocument/2006/relationships/slide" Target="/ppt/slides/slide11.xml" Id="Rd75a15c28d4d422d" /><Relationship Type="http://schemas.openxmlformats.org/officeDocument/2006/relationships/slide" Target="/ppt/slides/slide12.xml" Id="R716dd391d8314c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2a0467265e45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b41efd559d42df" /><Relationship Type="http://schemas.openxmlformats.org/officeDocument/2006/relationships/notesMaster" Target="/ppt/notesMasters/notesMaster1.xml" Id="R486892d80aa14e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a4a21408444bef" /><Relationship Type="http://schemas.openxmlformats.org/officeDocument/2006/relationships/notesMaster" Target="/ppt/notesMasters/notesMaster1.xml" Id="Rd910e5ac623349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ce8294da624e4d" /><Relationship Type="http://schemas.openxmlformats.org/officeDocument/2006/relationships/notesMaster" Target="/ppt/notesMasters/notesMaster1.xml" Id="Rf45538a0d00a4d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ed578bfd94445a" /><Relationship Type="http://schemas.openxmlformats.org/officeDocument/2006/relationships/notesMaster" Target="/ppt/notesMasters/notesMaster1.xml" Id="R72c8fa87a1004f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2c3e7c76844ea9" /><Relationship Type="http://schemas.openxmlformats.org/officeDocument/2006/relationships/notesMaster" Target="/ppt/notesMasters/notesMaster1.xml" Id="R1249de997c2342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ff57d258fa44b5" /><Relationship Type="http://schemas.openxmlformats.org/officeDocument/2006/relationships/notesMaster" Target="/ppt/notesMasters/notesMaster1.xml" Id="Re57ff7d486e948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0c11a95b0d4d72" /><Relationship Type="http://schemas.openxmlformats.org/officeDocument/2006/relationships/notesMaster" Target="/ppt/notesMasters/notesMaster1.xml" Id="R2fd025a7c28144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3a6d56f91a40b8" /><Relationship Type="http://schemas.openxmlformats.org/officeDocument/2006/relationships/notesMaster" Target="/ppt/notesMasters/notesMaster1.xml" Id="R0ca27a5c113945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f603d2f7074b91" /><Relationship Type="http://schemas.openxmlformats.org/officeDocument/2006/relationships/notesMaster" Target="/ppt/notesMasters/notesMaster1.xml" Id="Rf10fec9fb36e4d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64d37a9be8494b" /><Relationship Type="http://schemas.openxmlformats.org/officeDocument/2006/relationships/notesMaster" Target="/ppt/notesMasters/notesMaster1.xml" Id="R3b97bb097dad46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7ff4da1f374725" /><Relationship Type="http://schemas.openxmlformats.org/officeDocument/2006/relationships/notesMaster" Target="/ppt/notesMasters/notesMaster1.xml" Id="R5514a3a19f0246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d7e3e159aa4933" /><Relationship Type="http://schemas.openxmlformats.org/officeDocument/2006/relationships/notesMaster" Target="/ppt/notesMasters/notesMaster1.xml" Id="R5c8c2b9493344e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453e86dadd41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a299a09d9b42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41aec7a7fb49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25ff9dddb245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096483f3b74f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2bbd3aa69d49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17373B-9330-4BAC-8D4D-408DE964CF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B3DB2D8-FCDD-484B-A6C7-3F1C0BEF1FB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6CBB293-0CFB-4665-A5F4-3647FEF4C5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9296A2-9A24-44F8-9C97-5871016CA2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E7ECDE0-47E3-4D0F-93D4-ECB9FD98A7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7F9E7E7-B7EF-4F2B-A8CF-C9F354F081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A79C47F-F1AF-44B9-B0DB-ADD571F996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6EE9A0-3F20-431B-9394-4C05A8B0FB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E08FEF-A59D-4D69-A98E-1B24629F41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70CA99-7D02-497B-AED1-530EABE313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6f7f7de4754e75" /><Relationship Type="http://schemas.openxmlformats.org/officeDocument/2006/relationships/slideLayout" Target="/ppt/slideLayouts/slideLayout1.xml" Id="R100edc315d4c43ed" /><Relationship Type="http://schemas.openxmlformats.org/officeDocument/2006/relationships/slideLayout" Target="/ppt/slideLayouts/slideLayout2.xml" Id="R84106f20936a4a26" /><Relationship Type="http://schemas.openxmlformats.org/officeDocument/2006/relationships/slideLayout" Target="/ppt/slideLayouts/slideLayout3.xml" Id="R990b6c13525a45f7" /><Relationship Type="http://schemas.openxmlformats.org/officeDocument/2006/relationships/slideLayout" Target="/ppt/slideLayouts/slideLayout4.xml" Id="R16d6ad7b138f4aa0" /><Relationship Type="http://schemas.openxmlformats.org/officeDocument/2006/relationships/slideLayout" Target="/ppt/slideLayouts/slideLayout5.xml" Id="R6543b799f63845b2" /><Relationship Type="http://schemas.openxmlformats.org/officeDocument/2006/relationships/slideLayout" Target="/ppt/slideLayouts/slideLayout6.xml" Id="R1c96c140bde544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0edc315d4c43ed"/>
    <p:sldLayoutId xmlns:r="http://schemas.openxmlformats.org/officeDocument/2006/relationships" id="2147483650" r:id="R84106f20936a4a26"/>
    <p:sldLayoutId xmlns:r="http://schemas.openxmlformats.org/officeDocument/2006/relationships" id="2147483651" r:id="R990b6c13525a45f7"/>
    <p:sldLayoutId xmlns:r="http://schemas.openxmlformats.org/officeDocument/2006/relationships" id="2147483652" r:id="R16d6ad7b138f4aa0"/>
    <p:sldLayoutId xmlns:r="http://schemas.openxmlformats.org/officeDocument/2006/relationships" id="2147483653" r:id="R6543b799f63845b2"/>
    <p:sldLayoutId xmlns:r="http://schemas.openxmlformats.org/officeDocument/2006/relationships" id="2147483654" r:id="R1c96c140bde544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6afd217fe84b53" /><Relationship Type="http://schemas.openxmlformats.org/officeDocument/2006/relationships/notesSlide" Target="/ppt/notesSlides/notesSlide1.xml" Id="R01ed5df4a19844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e0305590b843cc" /><Relationship Type="http://schemas.openxmlformats.org/officeDocument/2006/relationships/notesSlide" Target="/ppt/notesSlides/notesSlide2.xml" Id="R7734b7ebe89d44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4c7479b5ef475f" /><Relationship Type="http://schemas.openxmlformats.org/officeDocument/2006/relationships/notesSlide" Target="/ppt/notesSlides/notesSlide3.xml" Id="Raa61c7625e514b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19b471246c44ca" /><Relationship Type="http://schemas.openxmlformats.org/officeDocument/2006/relationships/notesSlide" Target="/ppt/notesSlides/notesSlide4.xml" Id="R69ed0bd24f1344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ff9622218f4fbd" /><Relationship Type="http://schemas.openxmlformats.org/officeDocument/2006/relationships/notesSlide" Target="/ppt/notesSlides/notesSlide5.xml" Id="R7d2fc2f0d1be49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1c369ba7094781" /><Relationship Type="http://schemas.openxmlformats.org/officeDocument/2006/relationships/notesSlide" Target="/ppt/notesSlides/notesSlide6.xml" Id="R01ab3d8e5cf64e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ace530676c4336" /><Relationship Type="http://schemas.openxmlformats.org/officeDocument/2006/relationships/notesSlide" Target="/ppt/notesSlides/notesSlide7.xml" Id="Rbbc9135f76fa4b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f39aef2dff4a46" /><Relationship Type="http://schemas.openxmlformats.org/officeDocument/2006/relationships/notesSlide" Target="/ppt/notesSlides/notesSlide8.xml" Id="Rb347547d740949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d1616206d040f2" /><Relationship Type="http://schemas.openxmlformats.org/officeDocument/2006/relationships/notesSlide" Target="/ppt/notesSlides/notesSlide9.xml" Id="R645d4f4f1e5a42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d8f28f8c714870" /><Relationship Type="http://schemas.openxmlformats.org/officeDocument/2006/relationships/notesSlide" Target="/ppt/notesSlides/notesSlide10.xml" Id="Rfb3242034aa649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888dcde1f0475d" /><Relationship Type="http://schemas.openxmlformats.org/officeDocument/2006/relationships/notesSlide" Target="/ppt/notesSlides/notesSlide11.xml" Id="Rf4f316a1db1748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83913d31c94de3" /><Relationship Type="http://schemas.openxmlformats.org/officeDocument/2006/relationships/notesSlide" Target="/ppt/notesSlides/notesSlide12.xml" Id="R02c5d2c8a3d64d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9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4792F-CA70-4096-90B4-4E4B1D38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5D6D6"/>
                </a:solidFill>
              </a:defRPr>
            </a:defPPr>
            <a:lvl1pPr>
              <a:defRPr sz="1200" b="1">
                <a:solidFill>
                  <a:srgbClr val="65D6D6"/>
                </a:solidFill>
              </a:defRPr>
            </a:lvl1pPr>
            <a:lvl2pPr>
              <a:defRPr sz="1200" b="1">
                <a:solidFill>
                  <a:srgbClr val="65D6D6"/>
                </a:solidFill>
              </a:defRPr>
            </a:lvl2pPr>
            <a:lvl3pPr>
              <a:defRPr sz="1200" b="1">
                <a:solidFill>
                  <a:srgbClr val="65D6D6"/>
                </a:solidFill>
              </a:defRPr>
            </a:lvl3pPr>
            <a:lvl4pPr>
              <a:defRPr sz="1200" b="1">
                <a:solidFill>
                  <a:srgbClr val="65D6D6"/>
                </a:solidFill>
              </a:defRPr>
            </a:lvl4pPr>
            <a:lvl5pPr>
              <a:defRPr sz="1200" b="1">
                <a:solidFill>
                  <a:srgbClr val="65D6D6"/>
                </a:solidFill>
              </a:defRPr>
            </a:lvl5pPr>
            <a:lvl6pPr>
              <a:defRPr sz="1200" b="1">
                <a:solidFill>
                  <a:srgbClr val="65D6D6"/>
                </a:solidFill>
              </a:defRPr>
            </a:lvl6pPr>
            <a:lvl7pPr>
              <a:defRPr sz="1200" b="1">
                <a:solidFill>
                  <a:srgbClr val="65D6D6"/>
                </a:solidFill>
              </a:defRPr>
            </a:lvl7pPr>
            <a:lvl8pPr>
              <a:defRPr sz="1200" b="1">
                <a:solidFill>
                  <a:srgbClr val="65D6D6"/>
                </a:solidFill>
              </a:defRPr>
            </a:lvl8pPr>
            <a:lvl9pPr>
              <a:defRPr sz="1200" b="1">
                <a:solidFill>
                  <a:srgbClr val="65D6D6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65D6D6"/>
                </a:solidFill>
              </a:defRPr>
            </a:pPr>
            <a:r>
              <a:rPr sz="1200" b="1">
                <a:solidFill>
                  <a:srgbClr val="65D6D6"/>
                </a:solidFill>
              </a:rPr>
              <a:t>VYAPAARSAATHI  /  TRACK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3A1A0-9506-413B-9A97-0E709D37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FFFFFF"/>
                </a:solidFill>
              </a:defRPr>
            </a:defPPr>
            <a:lvl1pPr>
              <a:defRPr sz="4350" b="1">
                <a:solidFill>
                  <a:srgbClr val="FFFFFF"/>
                </a:solidFill>
              </a:defRPr>
            </a:lvl1pPr>
            <a:lvl2pPr>
              <a:defRPr sz="4350" b="1">
                <a:solidFill>
                  <a:srgbClr val="FFFFFF"/>
                </a:solidFill>
              </a:defRPr>
            </a:lvl2pPr>
            <a:lvl3pPr>
              <a:defRPr sz="4350" b="1">
                <a:solidFill>
                  <a:srgbClr val="FFFFFF"/>
                </a:solidFill>
              </a:defRPr>
            </a:lvl3pPr>
            <a:lvl4pPr>
              <a:defRPr sz="4350" b="1">
                <a:solidFill>
                  <a:srgbClr val="FFFFFF"/>
                </a:solidFill>
              </a:defRPr>
            </a:lvl4pPr>
            <a:lvl5pPr>
              <a:defRPr sz="4350" b="1">
                <a:solidFill>
                  <a:srgbClr val="FFFFFF"/>
                </a:solidFill>
              </a:defRPr>
            </a:lvl5pPr>
            <a:lvl6pPr>
              <a:defRPr sz="4350" b="1">
                <a:solidFill>
                  <a:srgbClr val="FFFFFF"/>
                </a:solidFill>
              </a:defRPr>
            </a:lvl6pPr>
            <a:lvl7pPr>
              <a:defRPr sz="4350" b="1">
                <a:solidFill>
                  <a:srgbClr val="FFFFFF"/>
                </a:solidFill>
              </a:defRPr>
            </a:lvl7pPr>
            <a:lvl8pPr>
              <a:defRPr sz="4350" b="1">
                <a:solidFill>
                  <a:srgbClr val="FFFFFF"/>
                </a:solidFill>
              </a:defRPr>
            </a:lvl8pPr>
            <a:lvl9pPr>
              <a:defRPr sz="4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VyapaarSaathi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7121F-D497-4E2E-A115-67C7CF7A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DAF1F1"/>
                </a:solidFill>
              </a:defRPr>
            </a:defPPr>
            <a:lvl1pPr>
              <a:defRPr sz="2325" b="1">
                <a:solidFill>
                  <a:srgbClr val="DAF1F1"/>
                </a:solidFill>
              </a:defRPr>
            </a:lvl1pPr>
            <a:lvl2pPr>
              <a:defRPr sz="2325" b="1">
                <a:solidFill>
                  <a:srgbClr val="DAF1F1"/>
                </a:solidFill>
              </a:defRPr>
            </a:lvl2pPr>
            <a:lvl3pPr>
              <a:defRPr sz="2325" b="1">
                <a:solidFill>
                  <a:srgbClr val="DAF1F1"/>
                </a:solidFill>
              </a:defRPr>
            </a:lvl3pPr>
            <a:lvl4pPr>
              <a:defRPr sz="2325" b="1">
                <a:solidFill>
                  <a:srgbClr val="DAF1F1"/>
                </a:solidFill>
              </a:defRPr>
            </a:lvl4pPr>
            <a:lvl5pPr>
              <a:defRPr sz="2325" b="1">
                <a:solidFill>
                  <a:srgbClr val="DAF1F1"/>
                </a:solidFill>
              </a:defRPr>
            </a:lvl5pPr>
            <a:lvl6pPr>
              <a:defRPr sz="2325" b="1">
                <a:solidFill>
                  <a:srgbClr val="DAF1F1"/>
                </a:solidFill>
              </a:defRPr>
            </a:lvl6pPr>
            <a:lvl7pPr>
              <a:defRPr sz="2325" b="1">
                <a:solidFill>
                  <a:srgbClr val="DAF1F1"/>
                </a:solidFill>
              </a:defRPr>
            </a:lvl7pPr>
            <a:lvl8pPr>
              <a:defRPr sz="2325" b="1">
                <a:solidFill>
                  <a:srgbClr val="DAF1F1"/>
                </a:solidFill>
              </a:defRPr>
            </a:lvl8pPr>
            <a:lvl9pPr>
              <a:defRPr sz="2325" b="1">
                <a:solidFill>
                  <a:srgbClr val="DAF1F1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DAF1F1"/>
                </a:solidFill>
              </a:defRPr>
            </a:pPr>
            <a:r>
              <a:rPr sz="2325" b="1">
                <a:solidFill>
                  <a:srgbClr val="DAF1F1"/>
                </a:solidFill>
              </a:rPr>
              <a:t>An operations teammate for small electronics merchants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840B7-15DC-4C92-A327-FD222702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6D0D8"/>
                </a:solidFill>
              </a:defRPr>
            </a:defPPr>
            <a:lvl1pPr>
              <a:defRPr sz="1650" b="0">
                <a:solidFill>
                  <a:srgbClr val="B6D0D8"/>
                </a:solidFill>
              </a:defRPr>
            </a:lvl1pPr>
            <a:lvl2pPr>
              <a:defRPr sz="1650" b="0">
                <a:solidFill>
                  <a:srgbClr val="B6D0D8"/>
                </a:solidFill>
              </a:defRPr>
            </a:lvl2pPr>
            <a:lvl3pPr>
              <a:defRPr sz="1650" b="0">
                <a:solidFill>
                  <a:srgbClr val="B6D0D8"/>
                </a:solidFill>
              </a:defRPr>
            </a:lvl3pPr>
            <a:lvl4pPr>
              <a:defRPr sz="1650" b="0">
                <a:solidFill>
                  <a:srgbClr val="B6D0D8"/>
                </a:solidFill>
              </a:defRPr>
            </a:lvl4pPr>
            <a:lvl5pPr>
              <a:defRPr sz="1650" b="0">
                <a:solidFill>
                  <a:srgbClr val="B6D0D8"/>
                </a:solidFill>
              </a:defRPr>
            </a:lvl5pPr>
            <a:lvl6pPr>
              <a:defRPr sz="1650" b="0">
                <a:solidFill>
                  <a:srgbClr val="B6D0D8"/>
                </a:solidFill>
              </a:defRPr>
            </a:lvl6pPr>
            <a:lvl7pPr>
              <a:defRPr sz="1650" b="0">
                <a:solidFill>
                  <a:srgbClr val="B6D0D8"/>
                </a:solidFill>
              </a:defRPr>
            </a:lvl7pPr>
            <a:lvl8pPr>
              <a:defRPr sz="1650" b="0">
                <a:solidFill>
                  <a:srgbClr val="B6D0D8"/>
                </a:solidFill>
              </a:defRPr>
            </a:lvl8pPr>
            <a:lvl9pPr>
              <a:defRPr sz="1650" b="0">
                <a:solidFill>
                  <a:srgbClr val="B6D0D8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6D0D8"/>
                </a:solidFill>
              </a:defRPr>
            </a:pPr>
            <a:r>
              <a:rPr sz="1650" b="0">
                <a:solidFill>
                  <a:srgbClr val="B6D0D8"/>
                </a:solidFill>
              </a:rPr>
              <a:t>Paytm Build for India AI Hackathon · Track 3</a:t>
            </a:r>
          </a:p>
          <a:p xmlns:a="http://schemas.openxmlformats.org/drawingml/2006/main">
            <a:pPr>
              <a:defRPr sz="1650" b="0">
                <a:solidFill>
                  <a:srgbClr val="B6D0D8"/>
                </a:solidFill>
              </a:defRPr>
            </a:pPr>
            <a:r>
              <a:rPr sz="1650" b="0">
                <a:solidFill>
                  <a:srgbClr val="B6D0D8"/>
                </a:solidFill>
              </a:rPr>
              <a:t>Synthetic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7070F-CF04-49A9-B238-F232BE8D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A7C4CA"/>
                </a:solidFill>
              </a:defRPr>
            </a:defPPr>
            <a:lvl1pPr>
              <a:defRPr sz="975" b="0">
                <a:solidFill>
                  <a:srgbClr val="A7C4CA"/>
                </a:solidFill>
              </a:defRPr>
            </a:lvl1pPr>
            <a:lvl2pPr>
              <a:defRPr sz="975" b="0">
                <a:solidFill>
                  <a:srgbClr val="A7C4CA"/>
                </a:solidFill>
              </a:defRPr>
            </a:lvl2pPr>
            <a:lvl3pPr>
              <a:defRPr sz="975" b="0">
                <a:solidFill>
                  <a:srgbClr val="A7C4CA"/>
                </a:solidFill>
              </a:defRPr>
            </a:lvl3pPr>
            <a:lvl4pPr>
              <a:defRPr sz="975" b="0">
                <a:solidFill>
                  <a:srgbClr val="A7C4CA"/>
                </a:solidFill>
              </a:defRPr>
            </a:lvl4pPr>
            <a:lvl5pPr>
              <a:defRPr sz="975" b="0">
                <a:solidFill>
                  <a:srgbClr val="A7C4CA"/>
                </a:solidFill>
              </a:defRPr>
            </a:lvl5pPr>
            <a:lvl6pPr>
              <a:defRPr sz="975" b="0">
                <a:solidFill>
                  <a:srgbClr val="A7C4CA"/>
                </a:solidFill>
              </a:defRPr>
            </a:lvl6pPr>
            <a:lvl7pPr>
              <a:defRPr sz="975" b="0">
                <a:solidFill>
                  <a:srgbClr val="A7C4CA"/>
                </a:solidFill>
              </a:defRPr>
            </a:lvl7pPr>
            <a:lvl8pPr>
              <a:defRPr sz="975" b="0">
                <a:solidFill>
                  <a:srgbClr val="A7C4CA"/>
                </a:solidFill>
              </a:defRPr>
            </a:lvl8pPr>
            <a:lvl9pPr>
              <a:defRPr sz="975" b="0">
                <a:solidFill>
                  <a:srgbClr val="A7C4CA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A7C4CA"/>
                </a:solidFill>
              </a:defRPr>
            </a:pPr>
            <a:r>
              <a:rPr sz="975" b="0">
                <a:solidFill>
                  <a:srgbClr val="A7C4CA"/>
                </a:solidFill>
              </a:rPr>
              <a:t>01   / 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20013659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4B7F6-A385-40FE-AEF9-8A0DFF1E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28A"/>
                </a:solidFill>
              </a:defRPr>
            </a:defPPr>
            <a:lvl1pPr>
              <a:defRPr sz="1200" b="1">
                <a:solidFill>
                  <a:srgbClr val="00828A"/>
                </a:solidFill>
              </a:defRPr>
            </a:lvl1pPr>
            <a:lvl2pPr>
              <a:defRPr sz="1200" b="1">
                <a:solidFill>
                  <a:srgbClr val="00828A"/>
                </a:solidFill>
              </a:defRPr>
            </a:lvl2pPr>
            <a:lvl3pPr>
              <a:defRPr sz="1200" b="1">
                <a:solidFill>
                  <a:srgbClr val="00828A"/>
                </a:solidFill>
              </a:defRPr>
            </a:lvl3pPr>
            <a:lvl4pPr>
              <a:defRPr sz="1200" b="1">
                <a:solidFill>
                  <a:srgbClr val="00828A"/>
                </a:solidFill>
              </a:defRPr>
            </a:lvl4pPr>
            <a:lvl5pPr>
              <a:defRPr sz="1200" b="1">
                <a:solidFill>
                  <a:srgbClr val="00828A"/>
                </a:solidFill>
              </a:defRPr>
            </a:lvl5pPr>
            <a:lvl6pPr>
              <a:defRPr sz="1200" b="1">
                <a:solidFill>
                  <a:srgbClr val="00828A"/>
                </a:solidFill>
              </a:defRPr>
            </a:lvl6pPr>
            <a:lvl7pPr>
              <a:defRPr sz="1200" b="1">
                <a:solidFill>
                  <a:srgbClr val="00828A"/>
                </a:solidFill>
              </a:defRPr>
            </a:lvl7pPr>
            <a:lvl8pPr>
              <a:defRPr sz="1200" b="1">
                <a:solidFill>
                  <a:srgbClr val="00828A"/>
                </a:solidFill>
              </a:defRPr>
            </a:lvl8pPr>
            <a:lvl9pPr>
              <a:defRPr sz="1200" b="1">
                <a:solidFill>
                  <a:srgbClr val="00828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828A"/>
                </a:solidFill>
              </a:defRPr>
            </a:pPr>
            <a:r>
              <a:rPr sz="1200" b="1">
                <a:solidFill>
                  <a:srgbClr val="00828A"/>
                </a:solidFill>
              </a:rPr>
              <a:t>VYAPAARSAATHI  /  TRACK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69793-80A2-42B3-96FB-0CD76AE6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02940"/>
                </a:solidFill>
              </a:defRPr>
            </a:defPPr>
            <a:lvl1pPr>
              <a:defRPr sz="3375" b="1">
                <a:solidFill>
                  <a:srgbClr val="102940"/>
                </a:solidFill>
              </a:defRPr>
            </a:lvl1pPr>
            <a:lvl2pPr>
              <a:defRPr sz="3375" b="1">
                <a:solidFill>
                  <a:srgbClr val="102940"/>
                </a:solidFill>
              </a:defRPr>
            </a:lvl2pPr>
            <a:lvl3pPr>
              <a:defRPr sz="3375" b="1">
                <a:solidFill>
                  <a:srgbClr val="102940"/>
                </a:solidFill>
              </a:defRPr>
            </a:lvl3pPr>
            <a:lvl4pPr>
              <a:defRPr sz="3375" b="1">
                <a:solidFill>
                  <a:srgbClr val="102940"/>
                </a:solidFill>
              </a:defRPr>
            </a:lvl4pPr>
            <a:lvl5pPr>
              <a:defRPr sz="3375" b="1">
                <a:solidFill>
                  <a:srgbClr val="102940"/>
                </a:solidFill>
              </a:defRPr>
            </a:lvl5pPr>
            <a:lvl6pPr>
              <a:defRPr sz="3375" b="1">
                <a:solidFill>
                  <a:srgbClr val="102940"/>
                </a:solidFill>
              </a:defRPr>
            </a:lvl6pPr>
            <a:lvl7pPr>
              <a:defRPr sz="3375" b="1">
                <a:solidFill>
                  <a:srgbClr val="102940"/>
                </a:solidFill>
              </a:defRPr>
            </a:lvl7pPr>
            <a:lvl8pPr>
              <a:defRPr sz="3375" b="1">
                <a:solidFill>
                  <a:srgbClr val="102940"/>
                </a:solidFill>
              </a:defRPr>
            </a:lvl8pPr>
            <a:lvl9pPr>
              <a:defRPr sz="3375" b="1">
                <a:solidFill>
                  <a:srgbClr val="102940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02940"/>
                </a:solidFill>
              </a:defRPr>
            </a:pPr>
            <a:r>
              <a:rPr sz="3375" b="1">
                <a:solidFill>
                  <a:srgbClr val="102940"/>
                </a:solidFill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4C1C6-B876-4A56-A140-00A45132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3D51"/>
                </a:solidFill>
              </a:defRPr>
            </a:defPPr>
            <a:lvl1pPr>
              <a:defRPr sz="2325" b="1">
                <a:solidFill>
                  <a:srgbClr val="173D51"/>
                </a:solidFill>
              </a:defRPr>
            </a:lvl1pPr>
            <a:lvl2pPr>
              <a:defRPr sz="2325" b="1">
                <a:solidFill>
                  <a:srgbClr val="173D51"/>
                </a:solidFill>
              </a:defRPr>
            </a:lvl2pPr>
            <a:lvl3pPr>
              <a:defRPr sz="2325" b="1">
                <a:solidFill>
                  <a:srgbClr val="173D51"/>
                </a:solidFill>
              </a:defRPr>
            </a:lvl3pPr>
            <a:lvl4pPr>
              <a:defRPr sz="2325" b="1">
                <a:solidFill>
                  <a:srgbClr val="173D51"/>
                </a:solidFill>
              </a:defRPr>
            </a:lvl4pPr>
            <a:lvl5pPr>
              <a:defRPr sz="2325" b="1">
                <a:solidFill>
                  <a:srgbClr val="173D51"/>
                </a:solidFill>
              </a:defRPr>
            </a:lvl5pPr>
            <a:lvl6pPr>
              <a:defRPr sz="2325" b="1">
                <a:solidFill>
                  <a:srgbClr val="173D51"/>
                </a:solidFill>
              </a:defRPr>
            </a:lvl6pPr>
            <a:lvl7pPr>
              <a:defRPr sz="2325" b="1">
                <a:solidFill>
                  <a:srgbClr val="173D51"/>
                </a:solidFill>
              </a:defRPr>
            </a:lvl7pPr>
            <a:lvl8pPr>
              <a:defRPr sz="2325" b="1">
                <a:solidFill>
                  <a:srgbClr val="173D51"/>
                </a:solidFill>
              </a:defRPr>
            </a:lvl8pPr>
            <a:lvl9pPr>
              <a:defRPr sz="2325" b="1">
                <a:solidFill>
                  <a:srgbClr val="173D51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A customer says “I paid.” The order still says “pending.”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A25AA-DFBA-46DD-A772-A880B8D1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779"/>
                </a:solidFill>
              </a:defRPr>
            </a:defPPr>
            <a:lvl1pPr>
              <a:defRPr sz="1650" b="0">
                <a:solidFill>
                  <a:srgbClr val="506779"/>
                </a:solidFill>
              </a:defRPr>
            </a:lvl1pPr>
            <a:lvl2pPr>
              <a:defRPr sz="1650" b="0">
                <a:solidFill>
                  <a:srgbClr val="506779"/>
                </a:solidFill>
              </a:defRPr>
            </a:lvl2pPr>
            <a:lvl3pPr>
              <a:defRPr sz="1650" b="0">
                <a:solidFill>
                  <a:srgbClr val="506779"/>
                </a:solidFill>
              </a:defRPr>
            </a:lvl3pPr>
            <a:lvl4pPr>
              <a:defRPr sz="1650" b="0">
                <a:solidFill>
                  <a:srgbClr val="506779"/>
                </a:solidFill>
              </a:defRPr>
            </a:lvl4pPr>
            <a:lvl5pPr>
              <a:defRPr sz="1650" b="0">
                <a:solidFill>
                  <a:srgbClr val="506779"/>
                </a:solidFill>
              </a:defRPr>
            </a:lvl5pPr>
            <a:lvl6pPr>
              <a:defRPr sz="1650" b="0">
                <a:solidFill>
                  <a:srgbClr val="506779"/>
                </a:solidFill>
              </a:defRPr>
            </a:lvl6pPr>
            <a:lvl7pPr>
              <a:defRPr sz="1650" b="0">
                <a:solidFill>
                  <a:srgbClr val="506779"/>
                </a:solidFill>
              </a:defRPr>
            </a:lvl7pPr>
            <a:lvl8pPr>
              <a:defRPr sz="1650" b="0">
                <a:solidFill>
                  <a:srgbClr val="506779"/>
                </a:solidFill>
              </a:defRPr>
            </a:lvl8pPr>
            <a:lvl9pPr>
              <a:defRPr sz="1650" b="0">
                <a:solidFill>
                  <a:srgbClr val="506779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</a:defRPr>
            </a:pPr>
            <a:r>
              <a:rPr sz="1650" b="0">
                <a:solidFill>
                  <a:srgbClr val="506779"/>
                </a:solidFill>
              </a:rPr>
              <a:t>Payment attempts, stock and customer messages may tell different stories. A merchant needs evidence before confirming an order or promising a refund.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989F1-15AA-475A-A8C8-9E172B81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C909B"/>
                </a:solidFill>
              </a:defRPr>
            </a:defPPr>
            <a:lvl1pPr>
              <a:defRPr sz="975" b="0">
                <a:solidFill>
                  <a:srgbClr val="7C909B"/>
                </a:solidFill>
              </a:defRPr>
            </a:lvl1pPr>
            <a:lvl2pPr>
              <a:defRPr sz="975" b="0">
                <a:solidFill>
                  <a:srgbClr val="7C909B"/>
                </a:solidFill>
              </a:defRPr>
            </a:lvl2pPr>
            <a:lvl3pPr>
              <a:defRPr sz="975" b="0">
                <a:solidFill>
                  <a:srgbClr val="7C909B"/>
                </a:solidFill>
              </a:defRPr>
            </a:lvl3pPr>
            <a:lvl4pPr>
              <a:defRPr sz="975" b="0">
                <a:solidFill>
                  <a:srgbClr val="7C909B"/>
                </a:solidFill>
              </a:defRPr>
            </a:lvl4pPr>
            <a:lvl5pPr>
              <a:defRPr sz="975" b="0">
                <a:solidFill>
                  <a:srgbClr val="7C909B"/>
                </a:solidFill>
              </a:defRPr>
            </a:lvl5pPr>
            <a:lvl6pPr>
              <a:defRPr sz="975" b="0">
                <a:solidFill>
                  <a:srgbClr val="7C909B"/>
                </a:solidFill>
              </a:defRPr>
            </a:lvl6pPr>
            <a:lvl7pPr>
              <a:defRPr sz="975" b="0">
                <a:solidFill>
                  <a:srgbClr val="7C909B"/>
                </a:solidFill>
              </a:defRPr>
            </a:lvl7pPr>
            <a:lvl8pPr>
              <a:defRPr sz="975" b="0">
                <a:solidFill>
                  <a:srgbClr val="7C909B"/>
                </a:solidFill>
              </a:defRPr>
            </a:lvl8pPr>
            <a:lvl9pPr>
              <a:defRPr sz="975" b="0">
                <a:solidFill>
                  <a:srgbClr val="7C909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C909B"/>
                </a:solidFill>
              </a:defRPr>
            </a:pPr>
            <a:r>
              <a:rPr sz="975" b="0">
                <a:solidFill>
                  <a:srgbClr val="7C909B"/>
                </a:solidFill>
              </a:rPr>
              <a:t>02   / 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18124758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B55F2-F74F-4FAE-AE89-D66E2954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28A"/>
                </a:solidFill>
              </a:defRPr>
            </a:defPPr>
            <a:lvl1pPr>
              <a:defRPr sz="1200" b="1">
                <a:solidFill>
                  <a:srgbClr val="00828A"/>
                </a:solidFill>
              </a:defRPr>
            </a:lvl1pPr>
            <a:lvl2pPr>
              <a:defRPr sz="1200" b="1">
                <a:solidFill>
                  <a:srgbClr val="00828A"/>
                </a:solidFill>
              </a:defRPr>
            </a:lvl2pPr>
            <a:lvl3pPr>
              <a:defRPr sz="1200" b="1">
                <a:solidFill>
                  <a:srgbClr val="00828A"/>
                </a:solidFill>
              </a:defRPr>
            </a:lvl3pPr>
            <a:lvl4pPr>
              <a:defRPr sz="1200" b="1">
                <a:solidFill>
                  <a:srgbClr val="00828A"/>
                </a:solidFill>
              </a:defRPr>
            </a:lvl4pPr>
            <a:lvl5pPr>
              <a:defRPr sz="1200" b="1">
                <a:solidFill>
                  <a:srgbClr val="00828A"/>
                </a:solidFill>
              </a:defRPr>
            </a:lvl5pPr>
            <a:lvl6pPr>
              <a:defRPr sz="1200" b="1">
                <a:solidFill>
                  <a:srgbClr val="00828A"/>
                </a:solidFill>
              </a:defRPr>
            </a:lvl6pPr>
            <a:lvl7pPr>
              <a:defRPr sz="1200" b="1">
                <a:solidFill>
                  <a:srgbClr val="00828A"/>
                </a:solidFill>
              </a:defRPr>
            </a:lvl7pPr>
            <a:lvl8pPr>
              <a:defRPr sz="1200" b="1">
                <a:solidFill>
                  <a:srgbClr val="00828A"/>
                </a:solidFill>
              </a:defRPr>
            </a:lvl8pPr>
            <a:lvl9pPr>
              <a:defRPr sz="1200" b="1">
                <a:solidFill>
                  <a:srgbClr val="00828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828A"/>
                </a:solidFill>
              </a:defRPr>
            </a:pPr>
            <a:r>
              <a:rPr sz="1200" b="1">
                <a:solidFill>
                  <a:srgbClr val="00828A"/>
                </a:solidFill>
              </a:rPr>
              <a:t>VYAPAARSAATHI  /  TRACK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A9F90-F671-4CB7-9998-730AF9D0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02940"/>
                </a:solidFill>
              </a:defRPr>
            </a:defPPr>
            <a:lvl1pPr>
              <a:defRPr sz="3375" b="1">
                <a:solidFill>
                  <a:srgbClr val="102940"/>
                </a:solidFill>
              </a:defRPr>
            </a:lvl1pPr>
            <a:lvl2pPr>
              <a:defRPr sz="3375" b="1">
                <a:solidFill>
                  <a:srgbClr val="102940"/>
                </a:solidFill>
              </a:defRPr>
            </a:lvl2pPr>
            <a:lvl3pPr>
              <a:defRPr sz="3375" b="1">
                <a:solidFill>
                  <a:srgbClr val="102940"/>
                </a:solidFill>
              </a:defRPr>
            </a:lvl3pPr>
            <a:lvl4pPr>
              <a:defRPr sz="3375" b="1">
                <a:solidFill>
                  <a:srgbClr val="102940"/>
                </a:solidFill>
              </a:defRPr>
            </a:lvl4pPr>
            <a:lvl5pPr>
              <a:defRPr sz="3375" b="1">
                <a:solidFill>
                  <a:srgbClr val="102940"/>
                </a:solidFill>
              </a:defRPr>
            </a:lvl5pPr>
            <a:lvl6pPr>
              <a:defRPr sz="3375" b="1">
                <a:solidFill>
                  <a:srgbClr val="102940"/>
                </a:solidFill>
              </a:defRPr>
            </a:lvl6pPr>
            <a:lvl7pPr>
              <a:defRPr sz="3375" b="1">
                <a:solidFill>
                  <a:srgbClr val="102940"/>
                </a:solidFill>
              </a:defRPr>
            </a:lvl7pPr>
            <a:lvl8pPr>
              <a:defRPr sz="3375" b="1">
                <a:solidFill>
                  <a:srgbClr val="102940"/>
                </a:solidFill>
              </a:defRPr>
            </a:lvl8pPr>
            <a:lvl9pPr>
              <a:defRPr sz="3375" b="1">
                <a:solidFill>
                  <a:srgbClr val="102940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02940"/>
                </a:solidFill>
              </a:defRPr>
            </a:pPr>
            <a:r>
              <a:rPr sz="3375" b="1">
                <a:solidFill>
                  <a:srgbClr val="102940"/>
                </a:solidFill>
              </a:rPr>
              <a:t>The proposed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4C8C7-B123-46DB-A410-3482F766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3D51"/>
                </a:solidFill>
              </a:defRPr>
            </a:defPPr>
            <a:lvl1pPr>
              <a:defRPr sz="2325" b="1">
                <a:solidFill>
                  <a:srgbClr val="173D51"/>
                </a:solidFill>
              </a:defRPr>
            </a:lvl1pPr>
            <a:lvl2pPr>
              <a:defRPr sz="2325" b="1">
                <a:solidFill>
                  <a:srgbClr val="173D51"/>
                </a:solidFill>
              </a:defRPr>
            </a:lvl2pPr>
            <a:lvl3pPr>
              <a:defRPr sz="2325" b="1">
                <a:solidFill>
                  <a:srgbClr val="173D51"/>
                </a:solidFill>
              </a:defRPr>
            </a:lvl3pPr>
            <a:lvl4pPr>
              <a:defRPr sz="2325" b="1">
                <a:solidFill>
                  <a:srgbClr val="173D51"/>
                </a:solidFill>
              </a:defRPr>
            </a:lvl4pPr>
            <a:lvl5pPr>
              <a:defRPr sz="2325" b="1">
                <a:solidFill>
                  <a:srgbClr val="173D51"/>
                </a:solidFill>
              </a:defRPr>
            </a:lvl5pPr>
            <a:lvl6pPr>
              <a:defRPr sz="2325" b="1">
                <a:solidFill>
                  <a:srgbClr val="173D51"/>
                </a:solidFill>
              </a:defRPr>
            </a:lvl6pPr>
            <a:lvl7pPr>
              <a:defRPr sz="2325" b="1">
                <a:solidFill>
                  <a:srgbClr val="173D51"/>
                </a:solidFill>
              </a:defRPr>
            </a:lvl7pPr>
            <a:lvl8pPr>
              <a:defRPr sz="2325" b="1">
                <a:solidFill>
                  <a:srgbClr val="173D51"/>
                </a:solidFill>
              </a:defRPr>
            </a:lvl8pPr>
            <a:lvl9pPr>
              <a:defRPr sz="2325" b="1">
                <a:solidFill>
                  <a:srgbClr val="173D51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A case desk that checks before it acts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6D5E55-DF11-474F-B2B3-81246339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779"/>
                </a:solidFill>
              </a:defRPr>
            </a:defPPr>
            <a:lvl1pPr>
              <a:defRPr sz="1650" b="0">
                <a:solidFill>
                  <a:srgbClr val="506779"/>
                </a:solidFill>
              </a:defRPr>
            </a:lvl1pPr>
            <a:lvl2pPr>
              <a:defRPr sz="1650" b="0">
                <a:solidFill>
                  <a:srgbClr val="506779"/>
                </a:solidFill>
              </a:defRPr>
            </a:lvl2pPr>
            <a:lvl3pPr>
              <a:defRPr sz="1650" b="0">
                <a:solidFill>
                  <a:srgbClr val="506779"/>
                </a:solidFill>
              </a:defRPr>
            </a:lvl3pPr>
            <a:lvl4pPr>
              <a:defRPr sz="1650" b="0">
                <a:solidFill>
                  <a:srgbClr val="506779"/>
                </a:solidFill>
              </a:defRPr>
            </a:lvl4pPr>
            <a:lvl5pPr>
              <a:defRPr sz="1650" b="0">
                <a:solidFill>
                  <a:srgbClr val="506779"/>
                </a:solidFill>
              </a:defRPr>
            </a:lvl5pPr>
            <a:lvl6pPr>
              <a:defRPr sz="1650" b="0">
                <a:solidFill>
                  <a:srgbClr val="506779"/>
                </a:solidFill>
              </a:defRPr>
            </a:lvl6pPr>
            <a:lvl7pPr>
              <a:defRPr sz="1650" b="0">
                <a:solidFill>
                  <a:srgbClr val="506779"/>
                </a:solidFill>
              </a:defRPr>
            </a:lvl7pPr>
            <a:lvl8pPr>
              <a:defRPr sz="1650" b="0">
                <a:solidFill>
                  <a:srgbClr val="506779"/>
                </a:solidFill>
              </a:defRPr>
            </a:lvl8pPr>
            <a:lvl9pPr>
              <a:defRPr sz="1650" b="0">
                <a:solidFill>
                  <a:srgbClr val="506779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</a:defRPr>
            </a:pPr>
            <a:r>
              <a:rPr sz="1650" b="0">
                <a:solidFill>
                  <a:srgbClr val="506779"/>
                </a:solidFill>
              </a:rPr>
              <a:t>The prototype links a quote, order, payment attempts, inventory and service record. It explains its next step and asks the merchant when a decision needs approval.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58EFD-C158-4006-9BC4-947418C5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C909B"/>
                </a:solidFill>
              </a:defRPr>
            </a:defPPr>
            <a:lvl1pPr>
              <a:defRPr sz="975" b="0">
                <a:solidFill>
                  <a:srgbClr val="7C909B"/>
                </a:solidFill>
              </a:defRPr>
            </a:lvl1pPr>
            <a:lvl2pPr>
              <a:defRPr sz="975" b="0">
                <a:solidFill>
                  <a:srgbClr val="7C909B"/>
                </a:solidFill>
              </a:defRPr>
            </a:lvl2pPr>
            <a:lvl3pPr>
              <a:defRPr sz="975" b="0">
                <a:solidFill>
                  <a:srgbClr val="7C909B"/>
                </a:solidFill>
              </a:defRPr>
            </a:lvl3pPr>
            <a:lvl4pPr>
              <a:defRPr sz="975" b="0">
                <a:solidFill>
                  <a:srgbClr val="7C909B"/>
                </a:solidFill>
              </a:defRPr>
            </a:lvl4pPr>
            <a:lvl5pPr>
              <a:defRPr sz="975" b="0">
                <a:solidFill>
                  <a:srgbClr val="7C909B"/>
                </a:solidFill>
              </a:defRPr>
            </a:lvl5pPr>
            <a:lvl6pPr>
              <a:defRPr sz="975" b="0">
                <a:solidFill>
                  <a:srgbClr val="7C909B"/>
                </a:solidFill>
              </a:defRPr>
            </a:lvl6pPr>
            <a:lvl7pPr>
              <a:defRPr sz="975" b="0">
                <a:solidFill>
                  <a:srgbClr val="7C909B"/>
                </a:solidFill>
              </a:defRPr>
            </a:lvl7pPr>
            <a:lvl8pPr>
              <a:defRPr sz="975" b="0">
                <a:solidFill>
                  <a:srgbClr val="7C909B"/>
                </a:solidFill>
              </a:defRPr>
            </a:lvl8pPr>
            <a:lvl9pPr>
              <a:defRPr sz="975" b="0">
                <a:solidFill>
                  <a:srgbClr val="7C909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C909B"/>
                </a:solidFill>
              </a:defRPr>
            </a:pPr>
            <a:r>
              <a:rPr sz="975" b="0">
                <a:solidFill>
                  <a:srgbClr val="7C909B"/>
                </a:solidFill>
              </a:rPr>
              <a:t>03   / 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8597778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6E2C3-D8B8-4084-A390-51434CC8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28A"/>
                </a:solidFill>
              </a:defRPr>
            </a:defPPr>
            <a:lvl1pPr>
              <a:defRPr sz="1200" b="1">
                <a:solidFill>
                  <a:srgbClr val="00828A"/>
                </a:solidFill>
              </a:defRPr>
            </a:lvl1pPr>
            <a:lvl2pPr>
              <a:defRPr sz="1200" b="1">
                <a:solidFill>
                  <a:srgbClr val="00828A"/>
                </a:solidFill>
              </a:defRPr>
            </a:lvl2pPr>
            <a:lvl3pPr>
              <a:defRPr sz="1200" b="1">
                <a:solidFill>
                  <a:srgbClr val="00828A"/>
                </a:solidFill>
              </a:defRPr>
            </a:lvl3pPr>
            <a:lvl4pPr>
              <a:defRPr sz="1200" b="1">
                <a:solidFill>
                  <a:srgbClr val="00828A"/>
                </a:solidFill>
              </a:defRPr>
            </a:lvl4pPr>
            <a:lvl5pPr>
              <a:defRPr sz="1200" b="1">
                <a:solidFill>
                  <a:srgbClr val="00828A"/>
                </a:solidFill>
              </a:defRPr>
            </a:lvl5pPr>
            <a:lvl6pPr>
              <a:defRPr sz="1200" b="1">
                <a:solidFill>
                  <a:srgbClr val="00828A"/>
                </a:solidFill>
              </a:defRPr>
            </a:lvl6pPr>
            <a:lvl7pPr>
              <a:defRPr sz="1200" b="1">
                <a:solidFill>
                  <a:srgbClr val="00828A"/>
                </a:solidFill>
              </a:defRPr>
            </a:lvl7pPr>
            <a:lvl8pPr>
              <a:defRPr sz="1200" b="1">
                <a:solidFill>
                  <a:srgbClr val="00828A"/>
                </a:solidFill>
              </a:defRPr>
            </a:lvl8pPr>
            <a:lvl9pPr>
              <a:defRPr sz="1200" b="1">
                <a:solidFill>
                  <a:srgbClr val="00828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828A"/>
                </a:solidFill>
              </a:defRPr>
            </a:pPr>
            <a:r>
              <a:rPr sz="1200" b="1">
                <a:solidFill>
                  <a:srgbClr val="00828A"/>
                </a:solidFill>
              </a:rPr>
              <a:t>VYAPAARSAATHI  /  TRACK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C5FCF-56FB-4390-B18A-A3C00E43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02940"/>
                </a:solidFill>
              </a:defRPr>
            </a:defPPr>
            <a:lvl1pPr>
              <a:defRPr sz="3375" b="1">
                <a:solidFill>
                  <a:srgbClr val="102940"/>
                </a:solidFill>
              </a:defRPr>
            </a:lvl1pPr>
            <a:lvl2pPr>
              <a:defRPr sz="3375" b="1">
                <a:solidFill>
                  <a:srgbClr val="102940"/>
                </a:solidFill>
              </a:defRPr>
            </a:lvl2pPr>
            <a:lvl3pPr>
              <a:defRPr sz="3375" b="1">
                <a:solidFill>
                  <a:srgbClr val="102940"/>
                </a:solidFill>
              </a:defRPr>
            </a:lvl3pPr>
            <a:lvl4pPr>
              <a:defRPr sz="3375" b="1">
                <a:solidFill>
                  <a:srgbClr val="102940"/>
                </a:solidFill>
              </a:defRPr>
            </a:lvl4pPr>
            <a:lvl5pPr>
              <a:defRPr sz="3375" b="1">
                <a:solidFill>
                  <a:srgbClr val="102940"/>
                </a:solidFill>
              </a:defRPr>
            </a:lvl5pPr>
            <a:lvl6pPr>
              <a:defRPr sz="3375" b="1">
                <a:solidFill>
                  <a:srgbClr val="102940"/>
                </a:solidFill>
              </a:defRPr>
            </a:lvl6pPr>
            <a:lvl7pPr>
              <a:defRPr sz="3375" b="1">
                <a:solidFill>
                  <a:srgbClr val="102940"/>
                </a:solidFill>
              </a:defRPr>
            </a:lvl7pPr>
            <a:lvl8pPr>
              <a:defRPr sz="3375" b="1">
                <a:solidFill>
                  <a:srgbClr val="102940"/>
                </a:solidFill>
              </a:defRPr>
            </a:lvl8pPr>
            <a:lvl9pPr>
              <a:defRPr sz="3375" b="1">
                <a:solidFill>
                  <a:srgbClr val="102940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02940"/>
                </a:solidFill>
              </a:defRPr>
            </a:pPr>
            <a:r>
              <a:rPr sz="3375" b="1">
                <a:solidFill>
                  <a:srgbClr val="102940"/>
                </a:solidFill>
              </a:rPr>
              <a:t>A connected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3944E-49FC-4065-A246-19865521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3D51"/>
                </a:solidFill>
              </a:defRPr>
            </a:defPPr>
            <a:lvl1pPr>
              <a:defRPr sz="2325" b="1">
                <a:solidFill>
                  <a:srgbClr val="173D51"/>
                </a:solidFill>
              </a:defRPr>
            </a:lvl1pPr>
            <a:lvl2pPr>
              <a:defRPr sz="2325" b="1">
                <a:solidFill>
                  <a:srgbClr val="173D51"/>
                </a:solidFill>
              </a:defRPr>
            </a:lvl2pPr>
            <a:lvl3pPr>
              <a:defRPr sz="2325" b="1">
                <a:solidFill>
                  <a:srgbClr val="173D51"/>
                </a:solidFill>
              </a:defRPr>
            </a:lvl3pPr>
            <a:lvl4pPr>
              <a:defRPr sz="2325" b="1">
                <a:solidFill>
                  <a:srgbClr val="173D51"/>
                </a:solidFill>
              </a:defRPr>
            </a:lvl4pPr>
            <a:lvl5pPr>
              <a:defRPr sz="2325" b="1">
                <a:solidFill>
                  <a:srgbClr val="173D51"/>
                </a:solidFill>
              </a:defRPr>
            </a:lvl5pPr>
            <a:lvl6pPr>
              <a:defRPr sz="2325" b="1">
                <a:solidFill>
                  <a:srgbClr val="173D51"/>
                </a:solidFill>
              </a:defRPr>
            </a:lvl6pPr>
            <a:lvl7pPr>
              <a:defRPr sz="2325" b="1">
                <a:solidFill>
                  <a:srgbClr val="173D51"/>
                </a:solidFill>
              </a:defRPr>
            </a:lvl7pPr>
            <a:lvl8pPr>
              <a:defRPr sz="2325" b="1">
                <a:solidFill>
                  <a:srgbClr val="173D51"/>
                </a:solidFill>
              </a:defRPr>
            </a:lvl8pPr>
            <a:lvl9pPr>
              <a:defRPr sz="2325" b="1">
                <a:solidFill>
                  <a:srgbClr val="173D51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Enquiry and approved quote</a:t>
            </a:r>
          </a:p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Payment-to-order recovery</a:t>
            </a:r>
          </a:p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Warranty and service request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0C853-CE2C-4717-849C-FAF5D49C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779"/>
                </a:solidFill>
              </a:defRPr>
            </a:defPPr>
            <a:lvl1pPr>
              <a:defRPr sz="1650" b="0">
                <a:solidFill>
                  <a:srgbClr val="506779"/>
                </a:solidFill>
              </a:defRPr>
            </a:lvl1pPr>
            <a:lvl2pPr>
              <a:defRPr sz="1650" b="0">
                <a:solidFill>
                  <a:srgbClr val="506779"/>
                </a:solidFill>
              </a:defRPr>
            </a:lvl2pPr>
            <a:lvl3pPr>
              <a:defRPr sz="1650" b="0">
                <a:solidFill>
                  <a:srgbClr val="506779"/>
                </a:solidFill>
              </a:defRPr>
            </a:lvl3pPr>
            <a:lvl4pPr>
              <a:defRPr sz="1650" b="0">
                <a:solidFill>
                  <a:srgbClr val="506779"/>
                </a:solidFill>
              </a:defRPr>
            </a:lvl4pPr>
            <a:lvl5pPr>
              <a:defRPr sz="1650" b="0">
                <a:solidFill>
                  <a:srgbClr val="506779"/>
                </a:solidFill>
              </a:defRPr>
            </a:lvl5pPr>
            <a:lvl6pPr>
              <a:defRPr sz="1650" b="0">
                <a:solidFill>
                  <a:srgbClr val="506779"/>
                </a:solidFill>
              </a:defRPr>
            </a:lvl6pPr>
            <a:lvl7pPr>
              <a:defRPr sz="1650" b="0">
                <a:solidFill>
                  <a:srgbClr val="506779"/>
                </a:solidFill>
              </a:defRPr>
            </a:lvl7pPr>
            <a:lvl8pPr>
              <a:defRPr sz="1650" b="0">
                <a:solidFill>
                  <a:srgbClr val="506779"/>
                </a:solidFill>
              </a:defRPr>
            </a:lvl8pPr>
            <a:lvl9pPr>
              <a:defRPr sz="1650" b="0">
                <a:solidFill>
                  <a:srgbClr val="506779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</a:defRPr>
            </a:pPr>
            <a:r>
              <a:rPr sz="1650" b="0">
                <a:solidFill>
                  <a:srgbClr val="506779"/>
                </a:solidFill>
              </a:rPr>
              <a:t>The payment case is the deep workflow. Sales and service are smaller connected examples. All records are fictional.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5BEC1-98D2-417E-B2FD-9458DCBE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C909B"/>
                </a:solidFill>
              </a:defRPr>
            </a:defPPr>
            <a:lvl1pPr>
              <a:defRPr sz="975" b="0">
                <a:solidFill>
                  <a:srgbClr val="7C909B"/>
                </a:solidFill>
              </a:defRPr>
            </a:lvl1pPr>
            <a:lvl2pPr>
              <a:defRPr sz="975" b="0">
                <a:solidFill>
                  <a:srgbClr val="7C909B"/>
                </a:solidFill>
              </a:defRPr>
            </a:lvl2pPr>
            <a:lvl3pPr>
              <a:defRPr sz="975" b="0">
                <a:solidFill>
                  <a:srgbClr val="7C909B"/>
                </a:solidFill>
              </a:defRPr>
            </a:lvl3pPr>
            <a:lvl4pPr>
              <a:defRPr sz="975" b="0">
                <a:solidFill>
                  <a:srgbClr val="7C909B"/>
                </a:solidFill>
              </a:defRPr>
            </a:lvl4pPr>
            <a:lvl5pPr>
              <a:defRPr sz="975" b="0">
                <a:solidFill>
                  <a:srgbClr val="7C909B"/>
                </a:solidFill>
              </a:defRPr>
            </a:lvl5pPr>
            <a:lvl6pPr>
              <a:defRPr sz="975" b="0">
                <a:solidFill>
                  <a:srgbClr val="7C909B"/>
                </a:solidFill>
              </a:defRPr>
            </a:lvl6pPr>
            <a:lvl7pPr>
              <a:defRPr sz="975" b="0">
                <a:solidFill>
                  <a:srgbClr val="7C909B"/>
                </a:solidFill>
              </a:defRPr>
            </a:lvl7pPr>
            <a:lvl8pPr>
              <a:defRPr sz="975" b="0">
                <a:solidFill>
                  <a:srgbClr val="7C909B"/>
                </a:solidFill>
              </a:defRPr>
            </a:lvl8pPr>
            <a:lvl9pPr>
              <a:defRPr sz="975" b="0">
                <a:solidFill>
                  <a:srgbClr val="7C909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C909B"/>
                </a:solidFill>
              </a:defRPr>
            </a:pPr>
            <a:r>
              <a:rPr sz="975" b="0">
                <a:solidFill>
                  <a:srgbClr val="7C909B"/>
                </a:solidFill>
              </a:rPr>
              <a:t>04   / 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5479572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6F770-4D77-497C-B0A9-13A8DC72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28A"/>
                </a:solidFill>
              </a:defRPr>
            </a:defPPr>
            <a:lvl1pPr>
              <a:defRPr sz="1200" b="1">
                <a:solidFill>
                  <a:srgbClr val="00828A"/>
                </a:solidFill>
              </a:defRPr>
            </a:lvl1pPr>
            <a:lvl2pPr>
              <a:defRPr sz="1200" b="1">
                <a:solidFill>
                  <a:srgbClr val="00828A"/>
                </a:solidFill>
              </a:defRPr>
            </a:lvl2pPr>
            <a:lvl3pPr>
              <a:defRPr sz="1200" b="1">
                <a:solidFill>
                  <a:srgbClr val="00828A"/>
                </a:solidFill>
              </a:defRPr>
            </a:lvl3pPr>
            <a:lvl4pPr>
              <a:defRPr sz="1200" b="1">
                <a:solidFill>
                  <a:srgbClr val="00828A"/>
                </a:solidFill>
              </a:defRPr>
            </a:lvl4pPr>
            <a:lvl5pPr>
              <a:defRPr sz="1200" b="1">
                <a:solidFill>
                  <a:srgbClr val="00828A"/>
                </a:solidFill>
              </a:defRPr>
            </a:lvl5pPr>
            <a:lvl6pPr>
              <a:defRPr sz="1200" b="1">
                <a:solidFill>
                  <a:srgbClr val="00828A"/>
                </a:solidFill>
              </a:defRPr>
            </a:lvl6pPr>
            <a:lvl7pPr>
              <a:defRPr sz="1200" b="1">
                <a:solidFill>
                  <a:srgbClr val="00828A"/>
                </a:solidFill>
              </a:defRPr>
            </a:lvl7pPr>
            <a:lvl8pPr>
              <a:defRPr sz="1200" b="1">
                <a:solidFill>
                  <a:srgbClr val="00828A"/>
                </a:solidFill>
              </a:defRPr>
            </a:lvl8pPr>
            <a:lvl9pPr>
              <a:defRPr sz="1200" b="1">
                <a:solidFill>
                  <a:srgbClr val="00828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828A"/>
                </a:solidFill>
              </a:defRPr>
            </a:pPr>
            <a:r>
              <a:rPr sz="1200" b="1">
                <a:solidFill>
                  <a:srgbClr val="00828A"/>
                </a:solidFill>
              </a:rPr>
              <a:t>VYAPAARSAATHI  /  TRACK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C2424-64C8-42AC-B657-ED4F46AF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02940"/>
                </a:solidFill>
              </a:defRPr>
            </a:defPPr>
            <a:lvl1pPr>
              <a:defRPr sz="3375" b="1">
                <a:solidFill>
                  <a:srgbClr val="102940"/>
                </a:solidFill>
              </a:defRPr>
            </a:lvl1pPr>
            <a:lvl2pPr>
              <a:defRPr sz="3375" b="1">
                <a:solidFill>
                  <a:srgbClr val="102940"/>
                </a:solidFill>
              </a:defRPr>
            </a:lvl2pPr>
            <a:lvl3pPr>
              <a:defRPr sz="3375" b="1">
                <a:solidFill>
                  <a:srgbClr val="102940"/>
                </a:solidFill>
              </a:defRPr>
            </a:lvl3pPr>
            <a:lvl4pPr>
              <a:defRPr sz="3375" b="1">
                <a:solidFill>
                  <a:srgbClr val="102940"/>
                </a:solidFill>
              </a:defRPr>
            </a:lvl4pPr>
            <a:lvl5pPr>
              <a:defRPr sz="3375" b="1">
                <a:solidFill>
                  <a:srgbClr val="102940"/>
                </a:solidFill>
              </a:defRPr>
            </a:lvl5pPr>
            <a:lvl6pPr>
              <a:defRPr sz="3375" b="1">
                <a:solidFill>
                  <a:srgbClr val="102940"/>
                </a:solidFill>
              </a:defRPr>
            </a:lvl6pPr>
            <a:lvl7pPr>
              <a:defRPr sz="3375" b="1">
                <a:solidFill>
                  <a:srgbClr val="102940"/>
                </a:solidFill>
              </a:defRPr>
            </a:lvl7pPr>
            <a:lvl8pPr>
              <a:defRPr sz="3375" b="1">
                <a:solidFill>
                  <a:srgbClr val="102940"/>
                </a:solidFill>
              </a:defRPr>
            </a:lvl8pPr>
            <a:lvl9pPr>
              <a:defRPr sz="3375" b="1">
                <a:solidFill>
                  <a:srgbClr val="102940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02940"/>
                </a:solidFill>
              </a:defRPr>
            </a:pPr>
            <a:r>
              <a:rPr sz="3375" b="1">
                <a:solidFill>
                  <a:srgbClr val="102940"/>
                </a:solidFill>
              </a:rPr>
              <a:t>What the demo covers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3C626-471C-49B1-8528-2C8B8B40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3D51"/>
                </a:solidFill>
              </a:defRPr>
            </a:defPPr>
            <a:lvl1pPr>
              <a:defRPr sz="2325" b="1">
                <a:solidFill>
                  <a:srgbClr val="173D51"/>
                </a:solidFill>
              </a:defRPr>
            </a:lvl1pPr>
            <a:lvl2pPr>
              <a:defRPr sz="2325" b="1">
                <a:solidFill>
                  <a:srgbClr val="173D51"/>
                </a:solidFill>
              </a:defRPr>
            </a:lvl2pPr>
            <a:lvl3pPr>
              <a:defRPr sz="2325" b="1">
                <a:solidFill>
                  <a:srgbClr val="173D51"/>
                </a:solidFill>
              </a:defRPr>
            </a:lvl3pPr>
            <a:lvl4pPr>
              <a:defRPr sz="2325" b="1">
                <a:solidFill>
                  <a:srgbClr val="173D51"/>
                </a:solidFill>
              </a:defRPr>
            </a:lvl4pPr>
            <a:lvl5pPr>
              <a:defRPr sz="2325" b="1">
                <a:solidFill>
                  <a:srgbClr val="173D51"/>
                </a:solidFill>
              </a:defRPr>
            </a:lvl5pPr>
            <a:lvl6pPr>
              <a:defRPr sz="2325" b="1">
                <a:solidFill>
                  <a:srgbClr val="173D51"/>
                </a:solidFill>
              </a:defRPr>
            </a:lvl6pPr>
            <a:lvl7pPr>
              <a:defRPr sz="2325" b="1">
                <a:solidFill>
                  <a:srgbClr val="173D51"/>
                </a:solidFill>
              </a:defRPr>
            </a:lvl7pPr>
            <a:lvl8pPr>
              <a:defRPr sz="2325" b="1">
                <a:solidFill>
                  <a:srgbClr val="173D51"/>
                </a:solidFill>
              </a:defRPr>
            </a:lvl8pPr>
            <a:lvl9pPr>
              <a:defRPr sz="2325" b="1">
                <a:solidFill>
                  <a:srgbClr val="173D51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Late payment · duplicate attempts · timeout</a:t>
            </a:r>
          </a:p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Pending status · stock conflict · missing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E2E0C-2A32-40C6-A0BC-EED13271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779"/>
                </a:solidFill>
              </a:defRPr>
            </a:defPPr>
            <a:lvl1pPr>
              <a:defRPr sz="1650" b="0">
                <a:solidFill>
                  <a:srgbClr val="506779"/>
                </a:solidFill>
              </a:defRPr>
            </a:lvl1pPr>
            <a:lvl2pPr>
              <a:defRPr sz="1650" b="0">
                <a:solidFill>
                  <a:srgbClr val="506779"/>
                </a:solidFill>
              </a:defRPr>
            </a:lvl2pPr>
            <a:lvl3pPr>
              <a:defRPr sz="1650" b="0">
                <a:solidFill>
                  <a:srgbClr val="506779"/>
                </a:solidFill>
              </a:defRPr>
            </a:lvl3pPr>
            <a:lvl4pPr>
              <a:defRPr sz="1650" b="0">
                <a:solidFill>
                  <a:srgbClr val="506779"/>
                </a:solidFill>
              </a:defRPr>
            </a:lvl4pPr>
            <a:lvl5pPr>
              <a:defRPr sz="1650" b="0">
                <a:solidFill>
                  <a:srgbClr val="506779"/>
                </a:solidFill>
              </a:defRPr>
            </a:lvl5pPr>
            <a:lvl6pPr>
              <a:defRPr sz="1650" b="0">
                <a:solidFill>
                  <a:srgbClr val="506779"/>
                </a:solidFill>
              </a:defRPr>
            </a:lvl6pPr>
            <a:lvl7pPr>
              <a:defRPr sz="1650" b="0">
                <a:solidFill>
                  <a:srgbClr val="506779"/>
                </a:solidFill>
              </a:defRPr>
            </a:lvl7pPr>
            <a:lvl8pPr>
              <a:defRPr sz="1650" b="0">
                <a:solidFill>
                  <a:srgbClr val="506779"/>
                </a:solidFill>
              </a:defRPr>
            </a:lvl8pPr>
            <a:lvl9pPr>
              <a:defRPr sz="1650" b="0">
                <a:solidFill>
                  <a:srgbClr val="506779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</a:defRPr>
            </a:pPr>
            <a:r>
              <a:rPr sz="1650" b="0">
                <a:solidFill>
                  <a:srgbClr val="506779"/>
                </a:solidFill>
              </a:rPr>
              <a:t>The teammate distinguishes refund initiated from customer credit. It groups repeat messages and escalates incomplete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D8BD0-AF23-486C-AE1E-FA4C4049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C909B"/>
                </a:solidFill>
              </a:defRPr>
            </a:defPPr>
            <a:lvl1pPr>
              <a:defRPr sz="975" b="0">
                <a:solidFill>
                  <a:srgbClr val="7C909B"/>
                </a:solidFill>
              </a:defRPr>
            </a:lvl1pPr>
            <a:lvl2pPr>
              <a:defRPr sz="975" b="0">
                <a:solidFill>
                  <a:srgbClr val="7C909B"/>
                </a:solidFill>
              </a:defRPr>
            </a:lvl2pPr>
            <a:lvl3pPr>
              <a:defRPr sz="975" b="0">
                <a:solidFill>
                  <a:srgbClr val="7C909B"/>
                </a:solidFill>
              </a:defRPr>
            </a:lvl3pPr>
            <a:lvl4pPr>
              <a:defRPr sz="975" b="0">
                <a:solidFill>
                  <a:srgbClr val="7C909B"/>
                </a:solidFill>
              </a:defRPr>
            </a:lvl4pPr>
            <a:lvl5pPr>
              <a:defRPr sz="975" b="0">
                <a:solidFill>
                  <a:srgbClr val="7C909B"/>
                </a:solidFill>
              </a:defRPr>
            </a:lvl5pPr>
            <a:lvl6pPr>
              <a:defRPr sz="975" b="0">
                <a:solidFill>
                  <a:srgbClr val="7C909B"/>
                </a:solidFill>
              </a:defRPr>
            </a:lvl6pPr>
            <a:lvl7pPr>
              <a:defRPr sz="975" b="0">
                <a:solidFill>
                  <a:srgbClr val="7C909B"/>
                </a:solidFill>
              </a:defRPr>
            </a:lvl7pPr>
            <a:lvl8pPr>
              <a:defRPr sz="975" b="0">
                <a:solidFill>
                  <a:srgbClr val="7C909B"/>
                </a:solidFill>
              </a:defRPr>
            </a:lvl8pPr>
            <a:lvl9pPr>
              <a:defRPr sz="975" b="0">
                <a:solidFill>
                  <a:srgbClr val="7C909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C909B"/>
                </a:solidFill>
              </a:defRPr>
            </a:pPr>
            <a:r>
              <a:rPr sz="975" b="0">
                <a:solidFill>
                  <a:srgbClr val="7C909B"/>
                </a:solidFill>
              </a:rPr>
              <a:t>05   / 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6013801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5D7D7-20C7-4D8E-9321-AE0AEC15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28A"/>
                </a:solidFill>
              </a:defRPr>
            </a:defPPr>
            <a:lvl1pPr>
              <a:defRPr sz="1200" b="1">
                <a:solidFill>
                  <a:srgbClr val="00828A"/>
                </a:solidFill>
              </a:defRPr>
            </a:lvl1pPr>
            <a:lvl2pPr>
              <a:defRPr sz="1200" b="1">
                <a:solidFill>
                  <a:srgbClr val="00828A"/>
                </a:solidFill>
              </a:defRPr>
            </a:lvl2pPr>
            <a:lvl3pPr>
              <a:defRPr sz="1200" b="1">
                <a:solidFill>
                  <a:srgbClr val="00828A"/>
                </a:solidFill>
              </a:defRPr>
            </a:lvl3pPr>
            <a:lvl4pPr>
              <a:defRPr sz="1200" b="1">
                <a:solidFill>
                  <a:srgbClr val="00828A"/>
                </a:solidFill>
              </a:defRPr>
            </a:lvl4pPr>
            <a:lvl5pPr>
              <a:defRPr sz="1200" b="1">
                <a:solidFill>
                  <a:srgbClr val="00828A"/>
                </a:solidFill>
              </a:defRPr>
            </a:lvl5pPr>
            <a:lvl6pPr>
              <a:defRPr sz="1200" b="1">
                <a:solidFill>
                  <a:srgbClr val="00828A"/>
                </a:solidFill>
              </a:defRPr>
            </a:lvl6pPr>
            <a:lvl7pPr>
              <a:defRPr sz="1200" b="1">
                <a:solidFill>
                  <a:srgbClr val="00828A"/>
                </a:solidFill>
              </a:defRPr>
            </a:lvl7pPr>
            <a:lvl8pPr>
              <a:defRPr sz="1200" b="1">
                <a:solidFill>
                  <a:srgbClr val="00828A"/>
                </a:solidFill>
              </a:defRPr>
            </a:lvl8pPr>
            <a:lvl9pPr>
              <a:defRPr sz="1200" b="1">
                <a:solidFill>
                  <a:srgbClr val="00828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828A"/>
                </a:solidFill>
              </a:defRPr>
            </a:pPr>
            <a:r>
              <a:rPr sz="1200" b="1">
                <a:solidFill>
                  <a:srgbClr val="00828A"/>
                </a:solidFill>
              </a:rPr>
              <a:t>VYAPAARSAATHI  /  TRACK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79058-C73E-4284-A864-FF571878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02940"/>
                </a:solidFill>
              </a:defRPr>
            </a:defPPr>
            <a:lvl1pPr>
              <a:defRPr sz="3375" b="1">
                <a:solidFill>
                  <a:srgbClr val="102940"/>
                </a:solidFill>
              </a:defRPr>
            </a:lvl1pPr>
            <a:lvl2pPr>
              <a:defRPr sz="3375" b="1">
                <a:solidFill>
                  <a:srgbClr val="102940"/>
                </a:solidFill>
              </a:defRPr>
            </a:lvl2pPr>
            <a:lvl3pPr>
              <a:defRPr sz="3375" b="1">
                <a:solidFill>
                  <a:srgbClr val="102940"/>
                </a:solidFill>
              </a:defRPr>
            </a:lvl3pPr>
            <a:lvl4pPr>
              <a:defRPr sz="3375" b="1">
                <a:solidFill>
                  <a:srgbClr val="102940"/>
                </a:solidFill>
              </a:defRPr>
            </a:lvl4pPr>
            <a:lvl5pPr>
              <a:defRPr sz="3375" b="1">
                <a:solidFill>
                  <a:srgbClr val="102940"/>
                </a:solidFill>
              </a:defRPr>
            </a:lvl5pPr>
            <a:lvl6pPr>
              <a:defRPr sz="3375" b="1">
                <a:solidFill>
                  <a:srgbClr val="102940"/>
                </a:solidFill>
              </a:defRPr>
            </a:lvl6pPr>
            <a:lvl7pPr>
              <a:defRPr sz="3375" b="1">
                <a:solidFill>
                  <a:srgbClr val="102940"/>
                </a:solidFill>
              </a:defRPr>
            </a:lvl7pPr>
            <a:lvl8pPr>
              <a:defRPr sz="3375" b="1">
                <a:solidFill>
                  <a:srgbClr val="102940"/>
                </a:solidFill>
              </a:defRPr>
            </a:lvl8pPr>
            <a:lvl9pPr>
              <a:defRPr sz="3375" b="1">
                <a:solidFill>
                  <a:srgbClr val="102940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02940"/>
                </a:solidFill>
              </a:defRPr>
            </a:pPr>
            <a:r>
              <a:rPr sz="3375" b="1">
                <a:solidFill>
                  <a:srgbClr val="102940"/>
                </a:solidFill>
              </a:rPr>
              <a:t>Tech stack and current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BCD44-A37C-4839-AFF2-9E5D90E7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3D51"/>
                </a:solidFill>
              </a:defRPr>
            </a:defPPr>
            <a:lvl1pPr>
              <a:defRPr sz="2325" b="1">
                <a:solidFill>
                  <a:srgbClr val="173D51"/>
                </a:solidFill>
              </a:defRPr>
            </a:lvl1pPr>
            <a:lvl2pPr>
              <a:defRPr sz="2325" b="1">
                <a:solidFill>
                  <a:srgbClr val="173D51"/>
                </a:solidFill>
              </a:defRPr>
            </a:lvl2pPr>
            <a:lvl3pPr>
              <a:defRPr sz="2325" b="1">
                <a:solidFill>
                  <a:srgbClr val="173D51"/>
                </a:solidFill>
              </a:defRPr>
            </a:lvl3pPr>
            <a:lvl4pPr>
              <a:defRPr sz="2325" b="1">
                <a:solidFill>
                  <a:srgbClr val="173D51"/>
                </a:solidFill>
              </a:defRPr>
            </a:lvl4pPr>
            <a:lvl5pPr>
              <a:defRPr sz="2325" b="1">
                <a:solidFill>
                  <a:srgbClr val="173D51"/>
                </a:solidFill>
              </a:defRPr>
            </a:lvl5pPr>
            <a:lvl6pPr>
              <a:defRPr sz="2325" b="1">
                <a:solidFill>
                  <a:srgbClr val="173D51"/>
                </a:solidFill>
              </a:defRPr>
            </a:lvl6pPr>
            <a:lvl7pPr>
              <a:defRPr sz="2325" b="1">
                <a:solidFill>
                  <a:srgbClr val="173D51"/>
                </a:solidFill>
              </a:defRPr>
            </a:lvl7pPr>
            <a:lvl8pPr>
              <a:defRPr sz="2325" b="1">
                <a:solidFill>
                  <a:srgbClr val="173D51"/>
                </a:solidFill>
              </a:defRPr>
            </a:lvl8pPr>
            <a:lvl9pPr>
              <a:defRPr sz="2325" b="1">
                <a:solidFill>
                  <a:srgbClr val="173D51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Public demo: deterministic browser simulation</a:t>
            </a:r>
          </a:p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Local experiment: OpenRouter tool call + SQLite</a:t>
            </a:r>
          </a:p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Data: synthetic fixtures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56A1F-C2A9-4365-B6EB-CA57624A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779"/>
                </a:solidFill>
              </a:defRPr>
            </a:defPPr>
            <a:lvl1pPr>
              <a:defRPr sz="1650" b="0">
                <a:solidFill>
                  <a:srgbClr val="506779"/>
                </a:solidFill>
              </a:defRPr>
            </a:lvl1pPr>
            <a:lvl2pPr>
              <a:defRPr sz="1650" b="0">
                <a:solidFill>
                  <a:srgbClr val="506779"/>
                </a:solidFill>
              </a:defRPr>
            </a:lvl2pPr>
            <a:lvl3pPr>
              <a:defRPr sz="1650" b="0">
                <a:solidFill>
                  <a:srgbClr val="506779"/>
                </a:solidFill>
              </a:defRPr>
            </a:lvl3pPr>
            <a:lvl4pPr>
              <a:defRPr sz="1650" b="0">
                <a:solidFill>
                  <a:srgbClr val="506779"/>
                </a:solidFill>
              </a:defRPr>
            </a:lvl4pPr>
            <a:lvl5pPr>
              <a:defRPr sz="1650" b="0">
                <a:solidFill>
                  <a:srgbClr val="506779"/>
                </a:solidFill>
              </a:defRPr>
            </a:lvl5pPr>
            <a:lvl6pPr>
              <a:defRPr sz="1650" b="0">
                <a:solidFill>
                  <a:srgbClr val="506779"/>
                </a:solidFill>
              </a:defRPr>
            </a:lvl6pPr>
            <a:lvl7pPr>
              <a:defRPr sz="1650" b="0">
                <a:solidFill>
                  <a:srgbClr val="506779"/>
                </a:solidFill>
              </a:defRPr>
            </a:lvl7pPr>
            <a:lvl8pPr>
              <a:defRPr sz="1650" b="0">
                <a:solidFill>
                  <a:srgbClr val="506779"/>
                </a:solidFill>
              </a:defRPr>
            </a:lvl8pPr>
            <a:lvl9pPr>
              <a:defRPr sz="1650" b="0">
                <a:solidFill>
                  <a:srgbClr val="506779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</a:defRPr>
            </a:pPr>
            <a:r>
              <a:rPr sz="1650" b="0">
                <a:solidFill>
                  <a:srgbClr val="506779"/>
                </a:solidFill>
              </a:rPr>
              <a:t>A live model call was tested locally. The public demo has no AI backend or Paytm integration. Production needs authenticated integrations and audited actions.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5DF92-61AA-4503-90B5-F4DC0573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C909B"/>
                </a:solidFill>
              </a:defRPr>
            </a:defPPr>
            <a:lvl1pPr>
              <a:defRPr sz="975" b="0">
                <a:solidFill>
                  <a:srgbClr val="7C909B"/>
                </a:solidFill>
              </a:defRPr>
            </a:lvl1pPr>
            <a:lvl2pPr>
              <a:defRPr sz="975" b="0">
                <a:solidFill>
                  <a:srgbClr val="7C909B"/>
                </a:solidFill>
              </a:defRPr>
            </a:lvl2pPr>
            <a:lvl3pPr>
              <a:defRPr sz="975" b="0">
                <a:solidFill>
                  <a:srgbClr val="7C909B"/>
                </a:solidFill>
              </a:defRPr>
            </a:lvl3pPr>
            <a:lvl4pPr>
              <a:defRPr sz="975" b="0">
                <a:solidFill>
                  <a:srgbClr val="7C909B"/>
                </a:solidFill>
              </a:defRPr>
            </a:lvl4pPr>
            <a:lvl5pPr>
              <a:defRPr sz="975" b="0">
                <a:solidFill>
                  <a:srgbClr val="7C909B"/>
                </a:solidFill>
              </a:defRPr>
            </a:lvl5pPr>
            <a:lvl6pPr>
              <a:defRPr sz="975" b="0">
                <a:solidFill>
                  <a:srgbClr val="7C909B"/>
                </a:solidFill>
              </a:defRPr>
            </a:lvl6pPr>
            <a:lvl7pPr>
              <a:defRPr sz="975" b="0">
                <a:solidFill>
                  <a:srgbClr val="7C909B"/>
                </a:solidFill>
              </a:defRPr>
            </a:lvl7pPr>
            <a:lvl8pPr>
              <a:defRPr sz="975" b="0">
                <a:solidFill>
                  <a:srgbClr val="7C909B"/>
                </a:solidFill>
              </a:defRPr>
            </a:lvl8pPr>
            <a:lvl9pPr>
              <a:defRPr sz="975" b="0">
                <a:solidFill>
                  <a:srgbClr val="7C909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C909B"/>
                </a:solidFill>
              </a:defRPr>
            </a:pPr>
            <a:r>
              <a:rPr sz="975" b="0">
                <a:solidFill>
                  <a:srgbClr val="7C909B"/>
                </a:solidFill>
              </a:rPr>
              <a:t>06   / 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21377436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38CCF-025B-4B82-A62E-5EF23456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28A"/>
                </a:solidFill>
              </a:defRPr>
            </a:defPPr>
            <a:lvl1pPr>
              <a:defRPr sz="1200" b="1">
                <a:solidFill>
                  <a:srgbClr val="00828A"/>
                </a:solidFill>
              </a:defRPr>
            </a:lvl1pPr>
            <a:lvl2pPr>
              <a:defRPr sz="1200" b="1">
                <a:solidFill>
                  <a:srgbClr val="00828A"/>
                </a:solidFill>
              </a:defRPr>
            </a:lvl2pPr>
            <a:lvl3pPr>
              <a:defRPr sz="1200" b="1">
                <a:solidFill>
                  <a:srgbClr val="00828A"/>
                </a:solidFill>
              </a:defRPr>
            </a:lvl3pPr>
            <a:lvl4pPr>
              <a:defRPr sz="1200" b="1">
                <a:solidFill>
                  <a:srgbClr val="00828A"/>
                </a:solidFill>
              </a:defRPr>
            </a:lvl4pPr>
            <a:lvl5pPr>
              <a:defRPr sz="1200" b="1">
                <a:solidFill>
                  <a:srgbClr val="00828A"/>
                </a:solidFill>
              </a:defRPr>
            </a:lvl5pPr>
            <a:lvl6pPr>
              <a:defRPr sz="1200" b="1">
                <a:solidFill>
                  <a:srgbClr val="00828A"/>
                </a:solidFill>
              </a:defRPr>
            </a:lvl6pPr>
            <a:lvl7pPr>
              <a:defRPr sz="1200" b="1">
                <a:solidFill>
                  <a:srgbClr val="00828A"/>
                </a:solidFill>
              </a:defRPr>
            </a:lvl7pPr>
            <a:lvl8pPr>
              <a:defRPr sz="1200" b="1">
                <a:solidFill>
                  <a:srgbClr val="00828A"/>
                </a:solidFill>
              </a:defRPr>
            </a:lvl8pPr>
            <a:lvl9pPr>
              <a:defRPr sz="1200" b="1">
                <a:solidFill>
                  <a:srgbClr val="00828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828A"/>
                </a:solidFill>
              </a:defRPr>
            </a:pPr>
            <a:r>
              <a:rPr sz="1200" b="1">
                <a:solidFill>
                  <a:srgbClr val="00828A"/>
                </a:solidFill>
              </a:rPr>
              <a:t>VYAPAARSAATHI  /  TRACK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983B9-3C6E-4EBA-BD71-18641155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02940"/>
                </a:solidFill>
              </a:defRPr>
            </a:defPPr>
            <a:lvl1pPr>
              <a:defRPr sz="3375" b="1">
                <a:solidFill>
                  <a:srgbClr val="102940"/>
                </a:solidFill>
              </a:defRPr>
            </a:lvl1pPr>
            <a:lvl2pPr>
              <a:defRPr sz="3375" b="1">
                <a:solidFill>
                  <a:srgbClr val="102940"/>
                </a:solidFill>
              </a:defRPr>
            </a:lvl2pPr>
            <a:lvl3pPr>
              <a:defRPr sz="3375" b="1">
                <a:solidFill>
                  <a:srgbClr val="102940"/>
                </a:solidFill>
              </a:defRPr>
            </a:lvl3pPr>
            <a:lvl4pPr>
              <a:defRPr sz="3375" b="1">
                <a:solidFill>
                  <a:srgbClr val="102940"/>
                </a:solidFill>
              </a:defRPr>
            </a:lvl4pPr>
            <a:lvl5pPr>
              <a:defRPr sz="3375" b="1">
                <a:solidFill>
                  <a:srgbClr val="102940"/>
                </a:solidFill>
              </a:defRPr>
            </a:lvl5pPr>
            <a:lvl6pPr>
              <a:defRPr sz="3375" b="1">
                <a:solidFill>
                  <a:srgbClr val="102940"/>
                </a:solidFill>
              </a:defRPr>
            </a:lvl6pPr>
            <a:lvl7pPr>
              <a:defRPr sz="3375" b="1">
                <a:solidFill>
                  <a:srgbClr val="102940"/>
                </a:solidFill>
              </a:defRPr>
            </a:lvl7pPr>
            <a:lvl8pPr>
              <a:defRPr sz="3375" b="1">
                <a:solidFill>
                  <a:srgbClr val="102940"/>
                </a:solidFill>
              </a:defRPr>
            </a:lvl8pPr>
            <a:lvl9pPr>
              <a:defRPr sz="3375" b="1">
                <a:solidFill>
                  <a:srgbClr val="102940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02940"/>
                </a:solidFill>
              </a:defRPr>
            </a:pPr>
            <a:r>
              <a:rPr sz="3375" b="1">
                <a:solidFill>
                  <a:srgbClr val="102940"/>
                </a:solidFill>
              </a:rPr>
              <a:t>Differentiation hypothesis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3A210-BBA4-48F1-B9BB-AE7DFE6B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3D51"/>
                </a:solidFill>
              </a:defRPr>
            </a:defPPr>
            <a:lvl1pPr>
              <a:defRPr sz="2325" b="1">
                <a:solidFill>
                  <a:srgbClr val="173D51"/>
                </a:solidFill>
              </a:defRPr>
            </a:lvl1pPr>
            <a:lvl2pPr>
              <a:defRPr sz="2325" b="1">
                <a:solidFill>
                  <a:srgbClr val="173D51"/>
                </a:solidFill>
              </a:defRPr>
            </a:lvl2pPr>
            <a:lvl3pPr>
              <a:defRPr sz="2325" b="1">
                <a:solidFill>
                  <a:srgbClr val="173D51"/>
                </a:solidFill>
              </a:defRPr>
            </a:lvl3pPr>
            <a:lvl4pPr>
              <a:defRPr sz="2325" b="1">
                <a:solidFill>
                  <a:srgbClr val="173D51"/>
                </a:solidFill>
              </a:defRPr>
            </a:lvl4pPr>
            <a:lvl5pPr>
              <a:defRPr sz="2325" b="1">
                <a:solidFill>
                  <a:srgbClr val="173D51"/>
                </a:solidFill>
              </a:defRPr>
            </a:lvl5pPr>
            <a:lvl6pPr>
              <a:defRPr sz="2325" b="1">
                <a:solidFill>
                  <a:srgbClr val="173D51"/>
                </a:solidFill>
              </a:defRPr>
            </a:lvl6pPr>
            <a:lvl7pPr>
              <a:defRPr sz="2325" b="1">
                <a:solidFill>
                  <a:srgbClr val="173D51"/>
                </a:solidFill>
              </a:defRPr>
            </a:lvl7pPr>
            <a:lvl8pPr>
              <a:defRPr sz="2325" b="1">
                <a:solidFill>
                  <a:srgbClr val="173D51"/>
                </a:solidFill>
              </a:defRPr>
            </a:lvl8pPr>
            <a:lvl9pPr>
              <a:defRPr sz="2325" b="1">
                <a:solidFill>
                  <a:srgbClr val="173D51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Resolve conflicts across payment, order and inventory with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C9388-3630-4F12-96FB-4E8FD61A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779"/>
                </a:solidFill>
              </a:defRPr>
            </a:defPPr>
            <a:lvl1pPr>
              <a:defRPr sz="1650" b="0">
                <a:solidFill>
                  <a:srgbClr val="506779"/>
                </a:solidFill>
              </a:defRPr>
            </a:lvl1pPr>
            <a:lvl2pPr>
              <a:defRPr sz="1650" b="0">
                <a:solidFill>
                  <a:srgbClr val="506779"/>
                </a:solidFill>
              </a:defRPr>
            </a:lvl2pPr>
            <a:lvl3pPr>
              <a:defRPr sz="1650" b="0">
                <a:solidFill>
                  <a:srgbClr val="506779"/>
                </a:solidFill>
              </a:defRPr>
            </a:lvl3pPr>
            <a:lvl4pPr>
              <a:defRPr sz="1650" b="0">
                <a:solidFill>
                  <a:srgbClr val="506779"/>
                </a:solidFill>
              </a:defRPr>
            </a:lvl4pPr>
            <a:lvl5pPr>
              <a:defRPr sz="1650" b="0">
                <a:solidFill>
                  <a:srgbClr val="506779"/>
                </a:solidFill>
              </a:defRPr>
            </a:lvl5pPr>
            <a:lvl6pPr>
              <a:defRPr sz="1650" b="0">
                <a:solidFill>
                  <a:srgbClr val="506779"/>
                </a:solidFill>
              </a:defRPr>
            </a:lvl6pPr>
            <a:lvl7pPr>
              <a:defRPr sz="1650" b="0">
                <a:solidFill>
                  <a:srgbClr val="506779"/>
                </a:solidFill>
              </a:defRPr>
            </a:lvl7pPr>
            <a:lvl8pPr>
              <a:defRPr sz="1650" b="0">
                <a:solidFill>
                  <a:srgbClr val="506779"/>
                </a:solidFill>
              </a:defRPr>
            </a:lvl8pPr>
            <a:lvl9pPr>
              <a:defRPr sz="1650" b="0">
                <a:solidFill>
                  <a:srgbClr val="506779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</a:defRPr>
            </a:pPr>
            <a:r>
              <a:rPr sz="1650" b="0">
                <a:solidFill>
                  <a:srgbClr val="506779"/>
                </a:solidFill>
              </a:rPr>
              <a:t>Intercom, Zoho, Cashfree and Razorpay already automate parts of this journey. The proposed gap and merchant demand remain unvalidated.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44206-846A-4ADB-98DB-B04F465F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C909B"/>
                </a:solidFill>
              </a:defRPr>
            </a:defPPr>
            <a:lvl1pPr>
              <a:defRPr sz="975" b="0">
                <a:solidFill>
                  <a:srgbClr val="7C909B"/>
                </a:solidFill>
              </a:defRPr>
            </a:lvl1pPr>
            <a:lvl2pPr>
              <a:defRPr sz="975" b="0">
                <a:solidFill>
                  <a:srgbClr val="7C909B"/>
                </a:solidFill>
              </a:defRPr>
            </a:lvl2pPr>
            <a:lvl3pPr>
              <a:defRPr sz="975" b="0">
                <a:solidFill>
                  <a:srgbClr val="7C909B"/>
                </a:solidFill>
              </a:defRPr>
            </a:lvl3pPr>
            <a:lvl4pPr>
              <a:defRPr sz="975" b="0">
                <a:solidFill>
                  <a:srgbClr val="7C909B"/>
                </a:solidFill>
              </a:defRPr>
            </a:lvl4pPr>
            <a:lvl5pPr>
              <a:defRPr sz="975" b="0">
                <a:solidFill>
                  <a:srgbClr val="7C909B"/>
                </a:solidFill>
              </a:defRPr>
            </a:lvl5pPr>
            <a:lvl6pPr>
              <a:defRPr sz="975" b="0">
                <a:solidFill>
                  <a:srgbClr val="7C909B"/>
                </a:solidFill>
              </a:defRPr>
            </a:lvl6pPr>
            <a:lvl7pPr>
              <a:defRPr sz="975" b="0">
                <a:solidFill>
                  <a:srgbClr val="7C909B"/>
                </a:solidFill>
              </a:defRPr>
            </a:lvl7pPr>
            <a:lvl8pPr>
              <a:defRPr sz="975" b="0">
                <a:solidFill>
                  <a:srgbClr val="7C909B"/>
                </a:solidFill>
              </a:defRPr>
            </a:lvl8pPr>
            <a:lvl9pPr>
              <a:defRPr sz="975" b="0">
                <a:solidFill>
                  <a:srgbClr val="7C909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C909B"/>
                </a:solidFill>
              </a:defRPr>
            </a:pPr>
            <a:r>
              <a:rPr sz="975" b="0">
                <a:solidFill>
                  <a:srgbClr val="7C909B"/>
                </a:solidFill>
              </a:rPr>
              <a:t>07   / 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2420417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A3E2D-04F8-425D-9867-C9D78965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28A"/>
                </a:solidFill>
              </a:defRPr>
            </a:defPPr>
            <a:lvl1pPr>
              <a:defRPr sz="1200" b="1">
                <a:solidFill>
                  <a:srgbClr val="00828A"/>
                </a:solidFill>
              </a:defRPr>
            </a:lvl1pPr>
            <a:lvl2pPr>
              <a:defRPr sz="1200" b="1">
                <a:solidFill>
                  <a:srgbClr val="00828A"/>
                </a:solidFill>
              </a:defRPr>
            </a:lvl2pPr>
            <a:lvl3pPr>
              <a:defRPr sz="1200" b="1">
                <a:solidFill>
                  <a:srgbClr val="00828A"/>
                </a:solidFill>
              </a:defRPr>
            </a:lvl3pPr>
            <a:lvl4pPr>
              <a:defRPr sz="1200" b="1">
                <a:solidFill>
                  <a:srgbClr val="00828A"/>
                </a:solidFill>
              </a:defRPr>
            </a:lvl4pPr>
            <a:lvl5pPr>
              <a:defRPr sz="1200" b="1">
                <a:solidFill>
                  <a:srgbClr val="00828A"/>
                </a:solidFill>
              </a:defRPr>
            </a:lvl5pPr>
            <a:lvl6pPr>
              <a:defRPr sz="1200" b="1">
                <a:solidFill>
                  <a:srgbClr val="00828A"/>
                </a:solidFill>
              </a:defRPr>
            </a:lvl6pPr>
            <a:lvl7pPr>
              <a:defRPr sz="1200" b="1">
                <a:solidFill>
                  <a:srgbClr val="00828A"/>
                </a:solidFill>
              </a:defRPr>
            </a:lvl7pPr>
            <a:lvl8pPr>
              <a:defRPr sz="1200" b="1">
                <a:solidFill>
                  <a:srgbClr val="00828A"/>
                </a:solidFill>
              </a:defRPr>
            </a:lvl8pPr>
            <a:lvl9pPr>
              <a:defRPr sz="1200" b="1">
                <a:solidFill>
                  <a:srgbClr val="00828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828A"/>
                </a:solidFill>
              </a:defRPr>
            </a:pPr>
            <a:r>
              <a:rPr sz="1200" b="1">
                <a:solidFill>
                  <a:srgbClr val="00828A"/>
                </a:solidFill>
              </a:rPr>
              <a:t>VYAPAARSAATHI  /  TRACK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841AF-B6CA-42AD-BE25-5BA29BC1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02940"/>
                </a:solidFill>
              </a:defRPr>
            </a:defPPr>
            <a:lvl1pPr>
              <a:defRPr sz="3375" b="1">
                <a:solidFill>
                  <a:srgbClr val="102940"/>
                </a:solidFill>
              </a:defRPr>
            </a:lvl1pPr>
            <a:lvl2pPr>
              <a:defRPr sz="3375" b="1">
                <a:solidFill>
                  <a:srgbClr val="102940"/>
                </a:solidFill>
              </a:defRPr>
            </a:lvl2pPr>
            <a:lvl3pPr>
              <a:defRPr sz="3375" b="1">
                <a:solidFill>
                  <a:srgbClr val="102940"/>
                </a:solidFill>
              </a:defRPr>
            </a:lvl3pPr>
            <a:lvl4pPr>
              <a:defRPr sz="3375" b="1">
                <a:solidFill>
                  <a:srgbClr val="102940"/>
                </a:solidFill>
              </a:defRPr>
            </a:lvl4pPr>
            <a:lvl5pPr>
              <a:defRPr sz="3375" b="1">
                <a:solidFill>
                  <a:srgbClr val="102940"/>
                </a:solidFill>
              </a:defRPr>
            </a:lvl5pPr>
            <a:lvl6pPr>
              <a:defRPr sz="3375" b="1">
                <a:solidFill>
                  <a:srgbClr val="102940"/>
                </a:solidFill>
              </a:defRPr>
            </a:lvl6pPr>
            <a:lvl7pPr>
              <a:defRPr sz="3375" b="1">
                <a:solidFill>
                  <a:srgbClr val="102940"/>
                </a:solidFill>
              </a:defRPr>
            </a:lvl7pPr>
            <a:lvl8pPr>
              <a:defRPr sz="3375" b="1">
                <a:solidFill>
                  <a:srgbClr val="102940"/>
                </a:solidFill>
              </a:defRPr>
            </a:lvl8pPr>
            <a:lvl9pPr>
              <a:defRPr sz="3375" b="1">
                <a:solidFill>
                  <a:srgbClr val="102940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02940"/>
                </a:solidFill>
              </a:defRPr>
            </a:pPr>
            <a:r>
              <a:rPr sz="3375" b="1">
                <a:solidFill>
                  <a:srgbClr val="102940"/>
                </a:solidFill>
              </a:rPr>
              <a:t>Evidence from a synthetic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FCC4B-F1EB-488D-8109-5F2B7CE9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3D51"/>
                </a:solidFill>
              </a:defRPr>
            </a:defPPr>
            <a:lvl1pPr>
              <a:defRPr sz="2325" b="1">
                <a:solidFill>
                  <a:srgbClr val="173D51"/>
                </a:solidFill>
              </a:defRPr>
            </a:lvl1pPr>
            <a:lvl2pPr>
              <a:defRPr sz="2325" b="1">
                <a:solidFill>
                  <a:srgbClr val="173D51"/>
                </a:solidFill>
              </a:defRPr>
            </a:lvl2pPr>
            <a:lvl3pPr>
              <a:defRPr sz="2325" b="1">
                <a:solidFill>
                  <a:srgbClr val="173D51"/>
                </a:solidFill>
              </a:defRPr>
            </a:lvl3pPr>
            <a:lvl4pPr>
              <a:defRPr sz="2325" b="1">
                <a:solidFill>
                  <a:srgbClr val="173D51"/>
                </a:solidFill>
              </a:defRPr>
            </a:lvl4pPr>
            <a:lvl5pPr>
              <a:defRPr sz="2325" b="1">
                <a:solidFill>
                  <a:srgbClr val="173D51"/>
                </a:solidFill>
              </a:defRPr>
            </a:lvl5pPr>
            <a:lvl6pPr>
              <a:defRPr sz="2325" b="1">
                <a:solidFill>
                  <a:srgbClr val="173D51"/>
                </a:solidFill>
              </a:defRPr>
            </a:lvl6pPr>
            <a:lvl7pPr>
              <a:defRPr sz="2325" b="1">
                <a:solidFill>
                  <a:srgbClr val="173D51"/>
                </a:solidFill>
              </a:defRPr>
            </a:lvl7pPr>
            <a:lvl8pPr>
              <a:defRPr sz="2325" b="1">
                <a:solidFill>
                  <a:srgbClr val="173D51"/>
                </a:solidFill>
              </a:defRPr>
            </a:lvl8pPr>
            <a:lvl9pPr>
              <a:defRPr sz="2325" b="1">
                <a:solidFill>
                  <a:srgbClr val="173D51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7 of 7 expected decisions matched</a:t>
            </a:r>
          </a:p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1 of 7 for a simple 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F4B51-D56C-46F0-A8D9-5DCE15AE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779"/>
                </a:solidFill>
              </a:defRPr>
            </a:defPPr>
            <a:lvl1pPr>
              <a:defRPr sz="1650" b="0">
                <a:solidFill>
                  <a:srgbClr val="506779"/>
                </a:solidFill>
              </a:defRPr>
            </a:lvl1pPr>
            <a:lvl2pPr>
              <a:defRPr sz="1650" b="0">
                <a:solidFill>
                  <a:srgbClr val="506779"/>
                </a:solidFill>
              </a:defRPr>
            </a:lvl2pPr>
            <a:lvl3pPr>
              <a:defRPr sz="1650" b="0">
                <a:solidFill>
                  <a:srgbClr val="506779"/>
                </a:solidFill>
              </a:defRPr>
            </a:lvl3pPr>
            <a:lvl4pPr>
              <a:defRPr sz="1650" b="0">
                <a:solidFill>
                  <a:srgbClr val="506779"/>
                </a:solidFill>
              </a:defRPr>
            </a:lvl4pPr>
            <a:lvl5pPr>
              <a:defRPr sz="1650" b="0">
                <a:solidFill>
                  <a:srgbClr val="506779"/>
                </a:solidFill>
              </a:defRPr>
            </a:lvl5pPr>
            <a:lvl6pPr>
              <a:defRPr sz="1650" b="0">
                <a:solidFill>
                  <a:srgbClr val="506779"/>
                </a:solidFill>
              </a:defRPr>
            </a:lvl6pPr>
            <a:lvl7pPr>
              <a:defRPr sz="1650" b="0">
                <a:solidFill>
                  <a:srgbClr val="506779"/>
                </a:solidFill>
              </a:defRPr>
            </a:lvl7pPr>
            <a:lvl8pPr>
              <a:defRPr sz="1650" b="0">
                <a:solidFill>
                  <a:srgbClr val="506779"/>
                </a:solidFill>
              </a:defRPr>
            </a:lvl8pPr>
            <a:lvl9pPr>
              <a:defRPr sz="1650" b="0">
                <a:solidFill>
                  <a:srgbClr val="506779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</a:defRPr>
            </a:pPr>
            <a:r>
              <a:rPr sz="1650" b="0">
                <a:solidFill>
                  <a:srgbClr val="506779"/>
                </a:solidFill>
              </a:rPr>
              <a:t>Seven hand-authored payment scenarios. Baseline confirms any captured payment; otherwise asks for retry. Scenarios were designed with the rules, so this is a regression check, not an accuracy estimate.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1AC65-4320-46E1-AB8B-72E5D764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C909B"/>
                </a:solidFill>
              </a:defRPr>
            </a:defPPr>
            <a:lvl1pPr>
              <a:defRPr sz="975" b="0">
                <a:solidFill>
                  <a:srgbClr val="7C909B"/>
                </a:solidFill>
              </a:defRPr>
            </a:lvl1pPr>
            <a:lvl2pPr>
              <a:defRPr sz="975" b="0">
                <a:solidFill>
                  <a:srgbClr val="7C909B"/>
                </a:solidFill>
              </a:defRPr>
            </a:lvl2pPr>
            <a:lvl3pPr>
              <a:defRPr sz="975" b="0">
                <a:solidFill>
                  <a:srgbClr val="7C909B"/>
                </a:solidFill>
              </a:defRPr>
            </a:lvl3pPr>
            <a:lvl4pPr>
              <a:defRPr sz="975" b="0">
                <a:solidFill>
                  <a:srgbClr val="7C909B"/>
                </a:solidFill>
              </a:defRPr>
            </a:lvl4pPr>
            <a:lvl5pPr>
              <a:defRPr sz="975" b="0">
                <a:solidFill>
                  <a:srgbClr val="7C909B"/>
                </a:solidFill>
              </a:defRPr>
            </a:lvl5pPr>
            <a:lvl6pPr>
              <a:defRPr sz="975" b="0">
                <a:solidFill>
                  <a:srgbClr val="7C909B"/>
                </a:solidFill>
              </a:defRPr>
            </a:lvl6pPr>
            <a:lvl7pPr>
              <a:defRPr sz="975" b="0">
                <a:solidFill>
                  <a:srgbClr val="7C909B"/>
                </a:solidFill>
              </a:defRPr>
            </a:lvl7pPr>
            <a:lvl8pPr>
              <a:defRPr sz="975" b="0">
                <a:solidFill>
                  <a:srgbClr val="7C909B"/>
                </a:solidFill>
              </a:defRPr>
            </a:lvl8pPr>
            <a:lvl9pPr>
              <a:defRPr sz="975" b="0">
                <a:solidFill>
                  <a:srgbClr val="7C909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C909B"/>
                </a:solidFill>
              </a:defRPr>
            </a:pPr>
            <a:r>
              <a:rPr sz="975" b="0">
                <a:solidFill>
                  <a:srgbClr val="7C909B"/>
                </a:solidFill>
              </a:rPr>
              <a:t>08   / 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13481987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92961-EC93-4024-97B9-13270DA7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28A"/>
                </a:solidFill>
              </a:defRPr>
            </a:defPPr>
            <a:lvl1pPr>
              <a:defRPr sz="1200" b="1">
                <a:solidFill>
                  <a:srgbClr val="00828A"/>
                </a:solidFill>
              </a:defRPr>
            </a:lvl1pPr>
            <a:lvl2pPr>
              <a:defRPr sz="1200" b="1">
                <a:solidFill>
                  <a:srgbClr val="00828A"/>
                </a:solidFill>
              </a:defRPr>
            </a:lvl2pPr>
            <a:lvl3pPr>
              <a:defRPr sz="1200" b="1">
                <a:solidFill>
                  <a:srgbClr val="00828A"/>
                </a:solidFill>
              </a:defRPr>
            </a:lvl3pPr>
            <a:lvl4pPr>
              <a:defRPr sz="1200" b="1">
                <a:solidFill>
                  <a:srgbClr val="00828A"/>
                </a:solidFill>
              </a:defRPr>
            </a:lvl4pPr>
            <a:lvl5pPr>
              <a:defRPr sz="1200" b="1">
                <a:solidFill>
                  <a:srgbClr val="00828A"/>
                </a:solidFill>
              </a:defRPr>
            </a:lvl5pPr>
            <a:lvl6pPr>
              <a:defRPr sz="1200" b="1">
                <a:solidFill>
                  <a:srgbClr val="00828A"/>
                </a:solidFill>
              </a:defRPr>
            </a:lvl6pPr>
            <a:lvl7pPr>
              <a:defRPr sz="1200" b="1">
                <a:solidFill>
                  <a:srgbClr val="00828A"/>
                </a:solidFill>
              </a:defRPr>
            </a:lvl7pPr>
            <a:lvl8pPr>
              <a:defRPr sz="1200" b="1">
                <a:solidFill>
                  <a:srgbClr val="00828A"/>
                </a:solidFill>
              </a:defRPr>
            </a:lvl8pPr>
            <a:lvl9pPr>
              <a:defRPr sz="1200" b="1">
                <a:solidFill>
                  <a:srgbClr val="00828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828A"/>
                </a:solidFill>
              </a:defRPr>
            </a:pPr>
            <a:r>
              <a:rPr sz="1200" b="1">
                <a:solidFill>
                  <a:srgbClr val="00828A"/>
                </a:solidFill>
              </a:rPr>
              <a:t>VYAPAARSAATHI  /  TRACK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A2E6B-A898-42BA-B43D-AAC59F9D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02940"/>
                </a:solidFill>
              </a:defRPr>
            </a:defPPr>
            <a:lvl1pPr>
              <a:defRPr sz="3375" b="1">
                <a:solidFill>
                  <a:srgbClr val="102940"/>
                </a:solidFill>
              </a:defRPr>
            </a:lvl1pPr>
            <a:lvl2pPr>
              <a:defRPr sz="3375" b="1">
                <a:solidFill>
                  <a:srgbClr val="102940"/>
                </a:solidFill>
              </a:defRPr>
            </a:lvl2pPr>
            <a:lvl3pPr>
              <a:defRPr sz="3375" b="1">
                <a:solidFill>
                  <a:srgbClr val="102940"/>
                </a:solidFill>
              </a:defRPr>
            </a:lvl3pPr>
            <a:lvl4pPr>
              <a:defRPr sz="3375" b="1">
                <a:solidFill>
                  <a:srgbClr val="102940"/>
                </a:solidFill>
              </a:defRPr>
            </a:lvl4pPr>
            <a:lvl5pPr>
              <a:defRPr sz="3375" b="1">
                <a:solidFill>
                  <a:srgbClr val="102940"/>
                </a:solidFill>
              </a:defRPr>
            </a:lvl5pPr>
            <a:lvl6pPr>
              <a:defRPr sz="3375" b="1">
                <a:solidFill>
                  <a:srgbClr val="102940"/>
                </a:solidFill>
              </a:defRPr>
            </a:lvl6pPr>
            <a:lvl7pPr>
              <a:defRPr sz="3375" b="1">
                <a:solidFill>
                  <a:srgbClr val="102940"/>
                </a:solidFill>
              </a:defRPr>
            </a:lvl7pPr>
            <a:lvl8pPr>
              <a:defRPr sz="3375" b="1">
                <a:solidFill>
                  <a:srgbClr val="102940"/>
                </a:solidFill>
              </a:defRPr>
            </a:lvl8pPr>
            <a:lvl9pPr>
              <a:defRPr sz="3375" b="1">
                <a:solidFill>
                  <a:srgbClr val="102940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02940"/>
                </a:solidFill>
              </a:defRPr>
            </a:pPr>
            <a:r>
              <a:rPr sz="3375" b="1">
                <a:solidFill>
                  <a:srgbClr val="102940"/>
                </a:solidFill>
              </a:rPr>
              <a:t>Impact to measure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13B1B-2C68-49D8-86B0-5DEA5064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3D51"/>
                </a:solidFill>
              </a:defRPr>
            </a:defPPr>
            <a:lvl1pPr>
              <a:defRPr sz="2325" b="1">
                <a:solidFill>
                  <a:srgbClr val="173D51"/>
                </a:solidFill>
              </a:defRPr>
            </a:lvl1pPr>
            <a:lvl2pPr>
              <a:defRPr sz="2325" b="1">
                <a:solidFill>
                  <a:srgbClr val="173D51"/>
                </a:solidFill>
              </a:defRPr>
            </a:lvl2pPr>
            <a:lvl3pPr>
              <a:defRPr sz="2325" b="1">
                <a:solidFill>
                  <a:srgbClr val="173D51"/>
                </a:solidFill>
              </a:defRPr>
            </a:lvl3pPr>
            <a:lvl4pPr>
              <a:defRPr sz="2325" b="1">
                <a:solidFill>
                  <a:srgbClr val="173D51"/>
                </a:solidFill>
              </a:defRPr>
            </a:lvl4pPr>
            <a:lvl5pPr>
              <a:defRPr sz="2325" b="1">
                <a:solidFill>
                  <a:srgbClr val="173D51"/>
                </a:solidFill>
              </a:defRPr>
            </a:lvl5pPr>
            <a:lvl6pPr>
              <a:defRPr sz="2325" b="1">
                <a:solidFill>
                  <a:srgbClr val="173D51"/>
                </a:solidFill>
              </a:defRPr>
            </a:lvl6pPr>
            <a:lvl7pPr>
              <a:defRPr sz="2325" b="1">
                <a:solidFill>
                  <a:srgbClr val="173D51"/>
                </a:solidFill>
              </a:defRPr>
            </a:lvl7pPr>
            <a:lvl8pPr>
              <a:defRPr sz="2325" b="1">
                <a:solidFill>
                  <a:srgbClr val="173D51"/>
                </a:solidFill>
              </a:defRPr>
            </a:lvl8pPr>
            <a:lvl9pPr>
              <a:defRPr sz="2325" b="1">
                <a:solidFill>
                  <a:srgbClr val="173D51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Confirmed resolutions and time to resolution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850F1-F35F-47C0-B7DB-CE84F848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779"/>
                </a:solidFill>
              </a:defRPr>
            </a:defPPr>
            <a:lvl1pPr>
              <a:defRPr sz="1650" b="0">
                <a:solidFill>
                  <a:srgbClr val="506779"/>
                </a:solidFill>
              </a:defRPr>
            </a:lvl1pPr>
            <a:lvl2pPr>
              <a:defRPr sz="1650" b="0">
                <a:solidFill>
                  <a:srgbClr val="506779"/>
                </a:solidFill>
              </a:defRPr>
            </a:lvl2pPr>
            <a:lvl3pPr>
              <a:defRPr sz="1650" b="0">
                <a:solidFill>
                  <a:srgbClr val="506779"/>
                </a:solidFill>
              </a:defRPr>
            </a:lvl3pPr>
            <a:lvl4pPr>
              <a:defRPr sz="1650" b="0">
                <a:solidFill>
                  <a:srgbClr val="506779"/>
                </a:solidFill>
              </a:defRPr>
            </a:lvl4pPr>
            <a:lvl5pPr>
              <a:defRPr sz="1650" b="0">
                <a:solidFill>
                  <a:srgbClr val="506779"/>
                </a:solidFill>
              </a:defRPr>
            </a:lvl5pPr>
            <a:lvl6pPr>
              <a:defRPr sz="1650" b="0">
                <a:solidFill>
                  <a:srgbClr val="506779"/>
                </a:solidFill>
              </a:defRPr>
            </a:lvl6pPr>
            <a:lvl7pPr>
              <a:defRPr sz="1650" b="0">
                <a:solidFill>
                  <a:srgbClr val="506779"/>
                </a:solidFill>
              </a:defRPr>
            </a:lvl7pPr>
            <a:lvl8pPr>
              <a:defRPr sz="1650" b="0">
                <a:solidFill>
                  <a:srgbClr val="506779"/>
                </a:solidFill>
              </a:defRPr>
            </a:lvl8pPr>
            <a:lvl9pPr>
              <a:defRPr sz="1650" b="0">
                <a:solidFill>
                  <a:srgbClr val="506779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</a:defRPr>
            </a:pPr>
            <a:r>
              <a:rPr sz="1650" b="0">
                <a:solidFill>
                  <a:srgbClr val="506779"/>
                </a:solidFill>
              </a:rPr>
              <a:t>Pilot with consenting merchants. Track duplicate actions, escalation and verified customer outcomes. Tickets and initiated refunds are not money recovered. No merchant impact is claimed yet.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EBF34-12C6-4AB1-8DAF-6D9D29D8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C909B"/>
                </a:solidFill>
              </a:defRPr>
            </a:defPPr>
            <a:lvl1pPr>
              <a:defRPr sz="975" b="0">
                <a:solidFill>
                  <a:srgbClr val="7C909B"/>
                </a:solidFill>
              </a:defRPr>
            </a:lvl1pPr>
            <a:lvl2pPr>
              <a:defRPr sz="975" b="0">
                <a:solidFill>
                  <a:srgbClr val="7C909B"/>
                </a:solidFill>
              </a:defRPr>
            </a:lvl2pPr>
            <a:lvl3pPr>
              <a:defRPr sz="975" b="0">
                <a:solidFill>
                  <a:srgbClr val="7C909B"/>
                </a:solidFill>
              </a:defRPr>
            </a:lvl3pPr>
            <a:lvl4pPr>
              <a:defRPr sz="975" b="0">
                <a:solidFill>
                  <a:srgbClr val="7C909B"/>
                </a:solidFill>
              </a:defRPr>
            </a:lvl4pPr>
            <a:lvl5pPr>
              <a:defRPr sz="975" b="0">
                <a:solidFill>
                  <a:srgbClr val="7C909B"/>
                </a:solidFill>
              </a:defRPr>
            </a:lvl5pPr>
            <a:lvl6pPr>
              <a:defRPr sz="975" b="0">
                <a:solidFill>
                  <a:srgbClr val="7C909B"/>
                </a:solidFill>
              </a:defRPr>
            </a:lvl6pPr>
            <a:lvl7pPr>
              <a:defRPr sz="975" b="0">
                <a:solidFill>
                  <a:srgbClr val="7C909B"/>
                </a:solidFill>
              </a:defRPr>
            </a:lvl7pPr>
            <a:lvl8pPr>
              <a:defRPr sz="975" b="0">
                <a:solidFill>
                  <a:srgbClr val="7C909B"/>
                </a:solidFill>
              </a:defRPr>
            </a:lvl8pPr>
            <a:lvl9pPr>
              <a:defRPr sz="975" b="0">
                <a:solidFill>
                  <a:srgbClr val="7C909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C909B"/>
                </a:solidFill>
              </a:defRPr>
            </a:pPr>
            <a:r>
              <a:rPr sz="975" b="0">
                <a:solidFill>
                  <a:srgbClr val="7C909B"/>
                </a:solidFill>
              </a:rPr>
              <a:t>09   / 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11857288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E28A2-2E11-4C91-8EE3-EFBBFE44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28A"/>
                </a:solidFill>
              </a:defRPr>
            </a:defPPr>
            <a:lvl1pPr>
              <a:defRPr sz="1200" b="1">
                <a:solidFill>
                  <a:srgbClr val="00828A"/>
                </a:solidFill>
              </a:defRPr>
            </a:lvl1pPr>
            <a:lvl2pPr>
              <a:defRPr sz="1200" b="1">
                <a:solidFill>
                  <a:srgbClr val="00828A"/>
                </a:solidFill>
              </a:defRPr>
            </a:lvl2pPr>
            <a:lvl3pPr>
              <a:defRPr sz="1200" b="1">
                <a:solidFill>
                  <a:srgbClr val="00828A"/>
                </a:solidFill>
              </a:defRPr>
            </a:lvl3pPr>
            <a:lvl4pPr>
              <a:defRPr sz="1200" b="1">
                <a:solidFill>
                  <a:srgbClr val="00828A"/>
                </a:solidFill>
              </a:defRPr>
            </a:lvl4pPr>
            <a:lvl5pPr>
              <a:defRPr sz="1200" b="1">
                <a:solidFill>
                  <a:srgbClr val="00828A"/>
                </a:solidFill>
              </a:defRPr>
            </a:lvl5pPr>
            <a:lvl6pPr>
              <a:defRPr sz="1200" b="1">
                <a:solidFill>
                  <a:srgbClr val="00828A"/>
                </a:solidFill>
              </a:defRPr>
            </a:lvl6pPr>
            <a:lvl7pPr>
              <a:defRPr sz="1200" b="1">
                <a:solidFill>
                  <a:srgbClr val="00828A"/>
                </a:solidFill>
              </a:defRPr>
            </a:lvl7pPr>
            <a:lvl8pPr>
              <a:defRPr sz="1200" b="1">
                <a:solidFill>
                  <a:srgbClr val="00828A"/>
                </a:solidFill>
              </a:defRPr>
            </a:lvl8pPr>
            <a:lvl9pPr>
              <a:defRPr sz="1200" b="1">
                <a:solidFill>
                  <a:srgbClr val="00828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828A"/>
                </a:solidFill>
              </a:defRPr>
            </a:pPr>
            <a:r>
              <a:rPr sz="1200" b="1">
                <a:solidFill>
                  <a:srgbClr val="00828A"/>
                </a:solidFill>
              </a:rPr>
              <a:t>VYAPAARSAATHI  /  TRACK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D29FB-74B3-4E6A-8182-7F003E20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02940"/>
                </a:solidFill>
              </a:defRPr>
            </a:defPPr>
            <a:lvl1pPr>
              <a:defRPr sz="3375" b="1">
                <a:solidFill>
                  <a:srgbClr val="102940"/>
                </a:solidFill>
              </a:defRPr>
            </a:lvl1pPr>
            <a:lvl2pPr>
              <a:defRPr sz="3375" b="1">
                <a:solidFill>
                  <a:srgbClr val="102940"/>
                </a:solidFill>
              </a:defRPr>
            </a:lvl2pPr>
            <a:lvl3pPr>
              <a:defRPr sz="3375" b="1">
                <a:solidFill>
                  <a:srgbClr val="102940"/>
                </a:solidFill>
              </a:defRPr>
            </a:lvl3pPr>
            <a:lvl4pPr>
              <a:defRPr sz="3375" b="1">
                <a:solidFill>
                  <a:srgbClr val="102940"/>
                </a:solidFill>
              </a:defRPr>
            </a:lvl4pPr>
            <a:lvl5pPr>
              <a:defRPr sz="3375" b="1">
                <a:solidFill>
                  <a:srgbClr val="102940"/>
                </a:solidFill>
              </a:defRPr>
            </a:lvl5pPr>
            <a:lvl6pPr>
              <a:defRPr sz="3375" b="1">
                <a:solidFill>
                  <a:srgbClr val="102940"/>
                </a:solidFill>
              </a:defRPr>
            </a:lvl6pPr>
            <a:lvl7pPr>
              <a:defRPr sz="3375" b="1">
                <a:solidFill>
                  <a:srgbClr val="102940"/>
                </a:solidFill>
              </a:defRPr>
            </a:lvl7pPr>
            <a:lvl8pPr>
              <a:defRPr sz="3375" b="1">
                <a:solidFill>
                  <a:srgbClr val="102940"/>
                </a:solidFill>
              </a:defRPr>
            </a:lvl8pPr>
            <a:lvl9pPr>
              <a:defRPr sz="3375" b="1">
                <a:solidFill>
                  <a:srgbClr val="102940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02940"/>
                </a:solidFill>
              </a:defRPr>
            </a:pPr>
            <a:r>
              <a:rPr sz="3375" b="1">
                <a:solidFill>
                  <a:srgbClr val="102940"/>
                </a:solidFill>
              </a:rPr>
              <a:t>Business model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A8C37-EA20-4CD4-97B2-3F7CF910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3D51"/>
                </a:solidFill>
              </a:defRPr>
            </a:defPPr>
            <a:lvl1pPr>
              <a:defRPr sz="2325" b="1">
                <a:solidFill>
                  <a:srgbClr val="173D51"/>
                </a:solidFill>
              </a:defRPr>
            </a:lvl1pPr>
            <a:lvl2pPr>
              <a:defRPr sz="2325" b="1">
                <a:solidFill>
                  <a:srgbClr val="173D51"/>
                </a:solidFill>
              </a:defRPr>
            </a:lvl2pPr>
            <a:lvl3pPr>
              <a:defRPr sz="2325" b="1">
                <a:solidFill>
                  <a:srgbClr val="173D51"/>
                </a:solidFill>
              </a:defRPr>
            </a:lvl3pPr>
            <a:lvl4pPr>
              <a:defRPr sz="2325" b="1">
                <a:solidFill>
                  <a:srgbClr val="173D51"/>
                </a:solidFill>
              </a:defRPr>
            </a:lvl4pPr>
            <a:lvl5pPr>
              <a:defRPr sz="2325" b="1">
                <a:solidFill>
                  <a:srgbClr val="173D51"/>
                </a:solidFill>
              </a:defRPr>
            </a:lvl5pPr>
            <a:lvl6pPr>
              <a:defRPr sz="2325" b="1">
                <a:solidFill>
                  <a:srgbClr val="173D51"/>
                </a:solidFill>
              </a:defRPr>
            </a:lvl6pPr>
            <a:lvl7pPr>
              <a:defRPr sz="2325" b="1">
                <a:solidFill>
                  <a:srgbClr val="173D51"/>
                </a:solidFill>
              </a:defRPr>
            </a:lvl7pPr>
            <a:lvl8pPr>
              <a:defRPr sz="2325" b="1">
                <a:solidFill>
                  <a:srgbClr val="173D51"/>
                </a:solidFill>
              </a:defRPr>
            </a:lvl8pPr>
            <a:lvl9pPr>
              <a:defRPr sz="2325" b="1">
                <a:solidFill>
                  <a:srgbClr val="173D51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B2B subscription per store is a hypothesis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909C9-20EF-4AD7-8B64-18D60AE2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779"/>
                </a:solidFill>
              </a:defRPr>
            </a:defPPr>
            <a:lvl1pPr>
              <a:defRPr sz="1650" b="0">
                <a:solidFill>
                  <a:srgbClr val="506779"/>
                </a:solidFill>
              </a:defRPr>
            </a:lvl1pPr>
            <a:lvl2pPr>
              <a:defRPr sz="1650" b="0">
                <a:solidFill>
                  <a:srgbClr val="506779"/>
                </a:solidFill>
              </a:defRPr>
            </a:lvl2pPr>
            <a:lvl3pPr>
              <a:defRPr sz="1650" b="0">
                <a:solidFill>
                  <a:srgbClr val="506779"/>
                </a:solidFill>
              </a:defRPr>
            </a:lvl3pPr>
            <a:lvl4pPr>
              <a:defRPr sz="1650" b="0">
                <a:solidFill>
                  <a:srgbClr val="506779"/>
                </a:solidFill>
              </a:defRPr>
            </a:lvl4pPr>
            <a:lvl5pPr>
              <a:defRPr sz="1650" b="0">
                <a:solidFill>
                  <a:srgbClr val="506779"/>
                </a:solidFill>
              </a:defRPr>
            </a:lvl5pPr>
            <a:lvl6pPr>
              <a:defRPr sz="1650" b="0">
                <a:solidFill>
                  <a:srgbClr val="506779"/>
                </a:solidFill>
              </a:defRPr>
            </a:lvl6pPr>
            <a:lvl7pPr>
              <a:defRPr sz="1650" b="0">
                <a:solidFill>
                  <a:srgbClr val="506779"/>
                </a:solidFill>
              </a:defRPr>
            </a:lvl7pPr>
            <a:lvl8pPr>
              <a:defRPr sz="1650" b="0">
                <a:solidFill>
                  <a:srgbClr val="506779"/>
                </a:solidFill>
              </a:defRPr>
            </a:lvl8pPr>
            <a:lvl9pPr>
              <a:defRPr sz="1650" b="0">
                <a:solidFill>
                  <a:srgbClr val="506779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</a:defRPr>
            </a:pPr>
            <a:r>
              <a:rPr sz="1650" b="0">
                <a:solidFill>
                  <a:srgbClr val="506779"/>
                </a:solidFill>
              </a:rPr>
              <a:t>Interview merchants, validate willingness to pay, then build secure integrations and evaluate the AI layer. Pricing, unit economics and Paytm distribution remain open.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B8B3A-7D20-4838-B230-246C45BB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C909B"/>
                </a:solidFill>
              </a:defRPr>
            </a:defPPr>
            <a:lvl1pPr>
              <a:defRPr sz="975" b="0">
                <a:solidFill>
                  <a:srgbClr val="7C909B"/>
                </a:solidFill>
              </a:defRPr>
            </a:lvl1pPr>
            <a:lvl2pPr>
              <a:defRPr sz="975" b="0">
                <a:solidFill>
                  <a:srgbClr val="7C909B"/>
                </a:solidFill>
              </a:defRPr>
            </a:lvl2pPr>
            <a:lvl3pPr>
              <a:defRPr sz="975" b="0">
                <a:solidFill>
                  <a:srgbClr val="7C909B"/>
                </a:solidFill>
              </a:defRPr>
            </a:lvl3pPr>
            <a:lvl4pPr>
              <a:defRPr sz="975" b="0">
                <a:solidFill>
                  <a:srgbClr val="7C909B"/>
                </a:solidFill>
              </a:defRPr>
            </a:lvl4pPr>
            <a:lvl5pPr>
              <a:defRPr sz="975" b="0">
                <a:solidFill>
                  <a:srgbClr val="7C909B"/>
                </a:solidFill>
              </a:defRPr>
            </a:lvl5pPr>
            <a:lvl6pPr>
              <a:defRPr sz="975" b="0">
                <a:solidFill>
                  <a:srgbClr val="7C909B"/>
                </a:solidFill>
              </a:defRPr>
            </a:lvl6pPr>
            <a:lvl7pPr>
              <a:defRPr sz="975" b="0">
                <a:solidFill>
                  <a:srgbClr val="7C909B"/>
                </a:solidFill>
              </a:defRPr>
            </a:lvl7pPr>
            <a:lvl8pPr>
              <a:defRPr sz="975" b="0">
                <a:solidFill>
                  <a:srgbClr val="7C909B"/>
                </a:solidFill>
              </a:defRPr>
            </a:lvl8pPr>
            <a:lvl9pPr>
              <a:defRPr sz="975" b="0">
                <a:solidFill>
                  <a:srgbClr val="7C909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C909B"/>
                </a:solidFill>
              </a:defRPr>
            </a:pPr>
            <a:r>
              <a:rPr sz="975" b="0">
                <a:solidFill>
                  <a:srgbClr val="7C909B"/>
                </a:solidFill>
              </a:rPr>
              <a:t>10   / 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4848194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A2865-86FF-48BF-AE7B-D515BFF5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28A"/>
                </a:solidFill>
              </a:defRPr>
            </a:defPPr>
            <a:lvl1pPr>
              <a:defRPr sz="1200" b="1">
                <a:solidFill>
                  <a:srgbClr val="00828A"/>
                </a:solidFill>
              </a:defRPr>
            </a:lvl1pPr>
            <a:lvl2pPr>
              <a:defRPr sz="1200" b="1">
                <a:solidFill>
                  <a:srgbClr val="00828A"/>
                </a:solidFill>
              </a:defRPr>
            </a:lvl2pPr>
            <a:lvl3pPr>
              <a:defRPr sz="1200" b="1">
                <a:solidFill>
                  <a:srgbClr val="00828A"/>
                </a:solidFill>
              </a:defRPr>
            </a:lvl3pPr>
            <a:lvl4pPr>
              <a:defRPr sz="1200" b="1">
                <a:solidFill>
                  <a:srgbClr val="00828A"/>
                </a:solidFill>
              </a:defRPr>
            </a:lvl4pPr>
            <a:lvl5pPr>
              <a:defRPr sz="1200" b="1">
                <a:solidFill>
                  <a:srgbClr val="00828A"/>
                </a:solidFill>
              </a:defRPr>
            </a:lvl5pPr>
            <a:lvl6pPr>
              <a:defRPr sz="1200" b="1">
                <a:solidFill>
                  <a:srgbClr val="00828A"/>
                </a:solidFill>
              </a:defRPr>
            </a:lvl6pPr>
            <a:lvl7pPr>
              <a:defRPr sz="1200" b="1">
                <a:solidFill>
                  <a:srgbClr val="00828A"/>
                </a:solidFill>
              </a:defRPr>
            </a:lvl7pPr>
            <a:lvl8pPr>
              <a:defRPr sz="1200" b="1">
                <a:solidFill>
                  <a:srgbClr val="00828A"/>
                </a:solidFill>
              </a:defRPr>
            </a:lvl8pPr>
            <a:lvl9pPr>
              <a:defRPr sz="1200" b="1">
                <a:solidFill>
                  <a:srgbClr val="00828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828A"/>
                </a:solidFill>
              </a:defRPr>
            </a:pPr>
            <a:r>
              <a:rPr sz="1200" b="1">
                <a:solidFill>
                  <a:srgbClr val="00828A"/>
                </a:solidFill>
              </a:rPr>
              <a:t>VYAPAARSAATHI  /  TRACK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78CD0-4BC8-4414-90FA-4BCF1609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02940"/>
                </a:solidFill>
              </a:defRPr>
            </a:defPPr>
            <a:lvl1pPr>
              <a:defRPr sz="3375" b="1">
                <a:solidFill>
                  <a:srgbClr val="102940"/>
                </a:solidFill>
              </a:defRPr>
            </a:lvl1pPr>
            <a:lvl2pPr>
              <a:defRPr sz="3375" b="1">
                <a:solidFill>
                  <a:srgbClr val="102940"/>
                </a:solidFill>
              </a:defRPr>
            </a:lvl2pPr>
            <a:lvl3pPr>
              <a:defRPr sz="3375" b="1">
                <a:solidFill>
                  <a:srgbClr val="102940"/>
                </a:solidFill>
              </a:defRPr>
            </a:lvl3pPr>
            <a:lvl4pPr>
              <a:defRPr sz="3375" b="1">
                <a:solidFill>
                  <a:srgbClr val="102940"/>
                </a:solidFill>
              </a:defRPr>
            </a:lvl4pPr>
            <a:lvl5pPr>
              <a:defRPr sz="3375" b="1">
                <a:solidFill>
                  <a:srgbClr val="102940"/>
                </a:solidFill>
              </a:defRPr>
            </a:lvl5pPr>
            <a:lvl6pPr>
              <a:defRPr sz="3375" b="1">
                <a:solidFill>
                  <a:srgbClr val="102940"/>
                </a:solidFill>
              </a:defRPr>
            </a:lvl6pPr>
            <a:lvl7pPr>
              <a:defRPr sz="3375" b="1">
                <a:solidFill>
                  <a:srgbClr val="102940"/>
                </a:solidFill>
              </a:defRPr>
            </a:lvl7pPr>
            <a:lvl8pPr>
              <a:defRPr sz="3375" b="1">
                <a:solidFill>
                  <a:srgbClr val="102940"/>
                </a:solidFill>
              </a:defRPr>
            </a:lvl8pPr>
            <a:lvl9pPr>
              <a:defRPr sz="3375" b="1">
                <a:solidFill>
                  <a:srgbClr val="102940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02940"/>
                </a:solidFill>
              </a:defRPr>
            </a:pPr>
            <a:r>
              <a:rPr sz="3375" b="1">
                <a:solidFill>
                  <a:srgbClr val="102940"/>
                </a:solidFill>
              </a:rPr>
              <a:t>Demo and source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36830-4208-44E2-B471-395BF268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3D51"/>
                </a:solidFill>
              </a:defRPr>
            </a:defPPr>
            <a:lvl1pPr>
              <a:defRPr sz="2325" b="1">
                <a:solidFill>
                  <a:srgbClr val="173D51"/>
                </a:solidFill>
              </a:defRPr>
            </a:lvl1pPr>
            <a:lvl2pPr>
              <a:defRPr sz="2325" b="1">
                <a:solidFill>
                  <a:srgbClr val="173D51"/>
                </a:solidFill>
              </a:defRPr>
            </a:lvl2pPr>
            <a:lvl3pPr>
              <a:defRPr sz="2325" b="1">
                <a:solidFill>
                  <a:srgbClr val="173D51"/>
                </a:solidFill>
              </a:defRPr>
            </a:lvl3pPr>
            <a:lvl4pPr>
              <a:defRPr sz="2325" b="1">
                <a:solidFill>
                  <a:srgbClr val="173D51"/>
                </a:solidFill>
              </a:defRPr>
            </a:lvl4pPr>
            <a:lvl5pPr>
              <a:defRPr sz="2325" b="1">
                <a:solidFill>
                  <a:srgbClr val="173D51"/>
                </a:solidFill>
              </a:defRPr>
            </a:lvl5pPr>
            <a:lvl6pPr>
              <a:defRPr sz="2325" b="1">
                <a:solidFill>
                  <a:srgbClr val="173D51"/>
                </a:solidFill>
              </a:defRPr>
            </a:lvl6pPr>
            <a:lvl7pPr>
              <a:defRPr sz="2325" b="1">
                <a:solidFill>
                  <a:srgbClr val="173D51"/>
                </a:solidFill>
              </a:defRPr>
            </a:lvl7pPr>
            <a:lvl8pPr>
              <a:defRPr sz="2325" b="1">
                <a:solidFill>
                  <a:srgbClr val="173D51"/>
                </a:solidFill>
              </a:defRPr>
            </a:lvl8pPr>
            <a:lvl9pPr>
              <a:defRPr sz="2325" b="1">
                <a:solidFill>
                  <a:srgbClr val="173D51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Demo: vyapaar-saathi-demo-1023.kapri14312025.chatgpt.site</a:t>
            </a:r>
          </a:p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GitHub: github.com/sahilsaeidkhan/vyapaar-saathi-ai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09AC6-10E7-4E43-BE8A-7A388FE6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779"/>
                </a:solidFill>
              </a:defRPr>
            </a:defPPr>
            <a:lvl1pPr>
              <a:defRPr sz="1650" b="0">
                <a:solidFill>
                  <a:srgbClr val="506779"/>
                </a:solidFill>
              </a:defRPr>
            </a:lvl1pPr>
            <a:lvl2pPr>
              <a:defRPr sz="1650" b="0">
                <a:solidFill>
                  <a:srgbClr val="506779"/>
                </a:solidFill>
              </a:defRPr>
            </a:lvl2pPr>
            <a:lvl3pPr>
              <a:defRPr sz="1650" b="0">
                <a:solidFill>
                  <a:srgbClr val="506779"/>
                </a:solidFill>
              </a:defRPr>
            </a:lvl3pPr>
            <a:lvl4pPr>
              <a:defRPr sz="1650" b="0">
                <a:solidFill>
                  <a:srgbClr val="506779"/>
                </a:solidFill>
              </a:defRPr>
            </a:lvl4pPr>
            <a:lvl5pPr>
              <a:defRPr sz="1650" b="0">
                <a:solidFill>
                  <a:srgbClr val="506779"/>
                </a:solidFill>
              </a:defRPr>
            </a:lvl5pPr>
            <a:lvl6pPr>
              <a:defRPr sz="1650" b="0">
                <a:solidFill>
                  <a:srgbClr val="506779"/>
                </a:solidFill>
              </a:defRPr>
            </a:lvl6pPr>
            <a:lvl7pPr>
              <a:defRPr sz="1650" b="0">
                <a:solidFill>
                  <a:srgbClr val="506779"/>
                </a:solidFill>
              </a:defRPr>
            </a:lvl7pPr>
            <a:lvl8pPr>
              <a:defRPr sz="1650" b="0">
                <a:solidFill>
                  <a:srgbClr val="506779"/>
                </a:solidFill>
              </a:defRPr>
            </a:lvl8pPr>
            <a:lvl9pPr>
              <a:defRPr sz="1650" b="0">
                <a:solidFill>
                  <a:srgbClr val="506779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</a:defRPr>
            </a:pPr>
            <a:r>
              <a:rPr sz="1650" b="0">
                <a:solidFill>
                  <a:srgbClr val="506779"/>
                </a:solidFill>
              </a:rPr>
              <a:t>Stage 1 package · prototype and evidence are available in the accompanying source files.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66F22-59CC-440F-ADD7-F0B83122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C909B"/>
                </a:solidFill>
              </a:defRPr>
            </a:defPPr>
            <a:lvl1pPr>
              <a:defRPr sz="975" b="0">
                <a:solidFill>
                  <a:srgbClr val="7C909B"/>
                </a:solidFill>
              </a:defRPr>
            </a:lvl1pPr>
            <a:lvl2pPr>
              <a:defRPr sz="975" b="0">
                <a:solidFill>
                  <a:srgbClr val="7C909B"/>
                </a:solidFill>
              </a:defRPr>
            </a:lvl2pPr>
            <a:lvl3pPr>
              <a:defRPr sz="975" b="0">
                <a:solidFill>
                  <a:srgbClr val="7C909B"/>
                </a:solidFill>
              </a:defRPr>
            </a:lvl3pPr>
            <a:lvl4pPr>
              <a:defRPr sz="975" b="0">
                <a:solidFill>
                  <a:srgbClr val="7C909B"/>
                </a:solidFill>
              </a:defRPr>
            </a:lvl4pPr>
            <a:lvl5pPr>
              <a:defRPr sz="975" b="0">
                <a:solidFill>
                  <a:srgbClr val="7C909B"/>
                </a:solidFill>
              </a:defRPr>
            </a:lvl5pPr>
            <a:lvl6pPr>
              <a:defRPr sz="975" b="0">
                <a:solidFill>
                  <a:srgbClr val="7C909B"/>
                </a:solidFill>
              </a:defRPr>
            </a:lvl6pPr>
            <a:lvl7pPr>
              <a:defRPr sz="975" b="0">
                <a:solidFill>
                  <a:srgbClr val="7C909B"/>
                </a:solidFill>
              </a:defRPr>
            </a:lvl7pPr>
            <a:lvl8pPr>
              <a:defRPr sz="975" b="0">
                <a:solidFill>
                  <a:srgbClr val="7C909B"/>
                </a:solidFill>
              </a:defRPr>
            </a:lvl8pPr>
            <a:lvl9pPr>
              <a:defRPr sz="975" b="0">
                <a:solidFill>
                  <a:srgbClr val="7C909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C909B"/>
                </a:solidFill>
              </a:defRPr>
            </a:pPr>
            <a:r>
              <a:rPr sz="975" b="0">
                <a:solidFill>
                  <a:srgbClr val="7C909B"/>
                </a:solidFill>
              </a:rPr>
              <a:t>11   / 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11623532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091C4-1823-4BF0-AB80-8409D51C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0828A"/>
                </a:solidFill>
              </a:defRPr>
            </a:defPPr>
            <a:lvl1pPr>
              <a:defRPr sz="1200" b="1">
                <a:solidFill>
                  <a:srgbClr val="00828A"/>
                </a:solidFill>
              </a:defRPr>
            </a:lvl1pPr>
            <a:lvl2pPr>
              <a:defRPr sz="1200" b="1">
                <a:solidFill>
                  <a:srgbClr val="00828A"/>
                </a:solidFill>
              </a:defRPr>
            </a:lvl2pPr>
            <a:lvl3pPr>
              <a:defRPr sz="1200" b="1">
                <a:solidFill>
                  <a:srgbClr val="00828A"/>
                </a:solidFill>
              </a:defRPr>
            </a:lvl3pPr>
            <a:lvl4pPr>
              <a:defRPr sz="1200" b="1">
                <a:solidFill>
                  <a:srgbClr val="00828A"/>
                </a:solidFill>
              </a:defRPr>
            </a:lvl4pPr>
            <a:lvl5pPr>
              <a:defRPr sz="1200" b="1">
                <a:solidFill>
                  <a:srgbClr val="00828A"/>
                </a:solidFill>
              </a:defRPr>
            </a:lvl5pPr>
            <a:lvl6pPr>
              <a:defRPr sz="1200" b="1">
                <a:solidFill>
                  <a:srgbClr val="00828A"/>
                </a:solidFill>
              </a:defRPr>
            </a:lvl6pPr>
            <a:lvl7pPr>
              <a:defRPr sz="1200" b="1">
                <a:solidFill>
                  <a:srgbClr val="00828A"/>
                </a:solidFill>
              </a:defRPr>
            </a:lvl7pPr>
            <a:lvl8pPr>
              <a:defRPr sz="1200" b="1">
                <a:solidFill>
                  <a:srgbClr val="00828A"/>
                </a:solidFill>
              </a:defRPr>
            </a:lvl8pPr>
            <a:lvl9pPr>
              <a:defRPr sz="1200" b="1">
                <a:solidFill>
                  <a:srgbClr val="00828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0828A"/>
                </a:solidFill>
              </a:defRPr>
            </a:pPr>
            <a:r>
              <a:rPr sz="1200" b="1">
                <a:solidFill>
                  <a:srgbClr val="00828A"/>
                </a:solidFill>
              </a:rPr>
              <a:t>VYAPAARSAATHI  /  TRACK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8E25C-817D-4FA2-ABF7-A5B8588A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02940"/>
                </a:solidFill>
              </a:defRPr>
            </a:defPPr>
            <a:lvl1pPr>
              <a:defRPr sz="3375" b="1">
                <a:solidFill>
                  <a:srgbClr val="102940"/>
                </a:solidFill>
              </a:defRPr>
            </a:lvl1pPr>
            <a:lvl2pPr>
              <a:defRPr sz="3375" b="1">
                <a:solidFill>
                  <a:srgbClr val="102940"/>
                </a:solidFill>
              </a:defRPr>
            </a:lvl2pPr>
            <a:lvl3pPr>
              <a:defRPr sz="3375" b="1">
                <a:solidFill>
                  <a:srgbClr val="102940"/>
                </a:solidFill>
              </a:defRPr>
            </a:lvl3pPr>
            <a:lvl4pPr>
              <a:defRPr sz="3375" b="1">
                <a:solidFill>
                  <a:srgbClr val="102940"/>
                </a:solidFill>
              </a:defRPr>
            </a:lvl4pPr>
            <a:lvl5pPr>
              <a:defRPr sz="3375" b="1">
                <a:solidFill>
                  <a:srgbClr val="102940"/>
                </a:solidFill>
              </a:defRPr>
            </a:lvl5pPr>
            <a:lvl6pPr>
              <a:defRPr sz="3375" b="1">
                <a:solidFill>
                  <a:srgbClr val="102940"/>
                </a:solidFill>
              </a:defRPr>
            </a:lvl6pPr>
            <a:lvl7pPr>
              <a:defRPr sz="3375" b="1">
                <a:solidFill>
                  <a:srgbClr val="102940"/>
                </a:solidFill>
              </a:defRPr>
            </a:lvl7pPr>
            <a:lvl8pPr>
              <a:defRPr sz="3375" b="1">
                <a:solidFill>
                  <a:srgbClr val="102940"/>
                </a:solidFill>
              </a:defRPr>
            </a:lvl8pPr>
            <a:lvl9pPr>
              <a:defRPr sz="3375" b="1">
                <a:solidFill>
                  <a:srgbClr val="102940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02940"/>
                </a:solidFill>
              </a:defRPr>
            </a:pPr>
            <a:r>
              <a:rPr sz="3375" b="1">
                <a:solidFill>
                  <a:srgbClr val="102940"/>
                </a:solidFill>
              </a:rPr>
              <a:t>Research 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61F7F-2E97-48C5-B16F-F71B63E1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3D51"/>
                </a:solidFill>
              </a:defRPr>
            </a:defPPr>
            <a:lvl1pPr>
              <a:defRPr sz="2325" b="1">
                <a:solidFill>
                  <a:srgbClr val="173D51"/>
                </a:solidFill>
              </a:defRPr>
            </a:lvl1pPr>
            <a:lvl2pPr>
              <a:defRPr sz="2325" b="1">
                <a:solidFill>
                  <a:srgbClr val="173D51"/>
                </a:solidFill>
              </a:defRPr>
            </a:lvl2pPr>
            <a:lvl3pPr>
              <a:defRPr sz="2325" b="1">
                <a:solidFill>
                  <a:srgbClr val="173D51"/>
                </a:solidFill>
              </a:defRPr>
            </a:lvl3pPr>
            <a:lvl4pPr>
              <a:defRPr sz="2325" b="1">
                <a:solidFill>
                  <a:srgbClr val="173D51"/>
                </a:solidFill>
              </a:defRPr>
            </a:lvl4pPr>
            <a:lvl5pPr>
              <a:defRPr sz="2325" b="1">
                <a:solidFill>
                  <a:srgbClr val="173D51"/>
                </a:solidFill>
              </a:defRPr>
            </a:lvl5pPr>
            <a:lvl6pPr>
              <a:defRPr sz="2325" b="1">
                <a:solidFill>
                  <a:srgbClr val="173D51"/>
                </a:solidFill>
              </a:defRPr>
            </a:lvl6pPr>
            <a:lvl7pPr>
              <a:defRPr sz="2325" b="1">
                <a:solidFill>
                  <a:srgbClr val="173D51"/>
                </a:solidFill>
              </a:defRPr>
            </a:lvl7pPr>
            <a:lvl8pPr>
              <a:defRPr sz="2325" b="1">
                <a:solidFill>
                  <a:srgbClr val="173D51"/>
                </a:solidFill>
              </a:defRPr>
            </a:lvl8pPr>
            <a:lvl9pPr>
              <a:defRPr sz="2325" b="1">
                <a:solidFill>
                  <a:srgbClr val="173D51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Paytm callback and webhook documentation</a:t>
            </a:r>
          </a:p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Cashfree payment reconciliation</a:t>
            </a:r>
          </a:p>
          <a:p xmlns:a="http://schemas.openxmlformats.org/drawingml/2006/main">
            <a:pPr>
              <a:defRPr sz="2325" b="1">
                <a:solidFill>
                  <a:srgbClr val="173D51"/>
                </a:solidFill>
              </a:defRPr>
            </a:pPr>
            <a:r>
              <a:rPr sz="2325" b="1">
                <a:solidFill>
                  <a:srgbClr val="173D51"/>
                </a:solidFill>
              </a:rPr>
              <a:t>Zoho FSM assets and service appointments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F50DD-4C98-4548-B94A-3C3B08F6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06779"/>
                </a:solidFill>
              </a:defRPr>
            </a:defPPr>
            <a:lvl1pPr>
              <a:defRPr sz="1650" b="0">
                <a:solidFill>
                  <a:srgbClr val="506779"/>
                </a:solidFill>
              </a:defRPr>
            </a:lvl1pPr>
            <a:lvl2pPr>
              <a:defRPr sz="1650" b="0">
                <a:solidFill>
                  <a:srgbClr val="506779"/>
                </a:solidFill>
              </a:defRPr>
            </a:lvl2pPr>
            <a:lvl3pPr>
              <a:defRPr sz="1650" b="0">
                <a:solidFill>
                  <a:srgbClr val="506779"/>
                </a:solidFill>
              </a:defRPr>
            </a:lvl3pPr>
            <a:lvl4pPr>
              <a:defRPr sz="1650" b="0">
                <a:solidFill>
                  <a:srgbClr val="506779"/>
                </a:solidFill>
              </a:defRPr>
            </a:lvl4pPr>
            <a:lvl5pPr>
              <a:defRPr sz="1650" b="0">
                <a:solidFill>
                  <a:srgbClr val="506779"/>
                </a:solidFill>
              </a:defRPr>
            </a:lvl5pPr>
            <a:lvl6pPr>
              <a:defRPr sz="1650" b="0">
                <a:solidFill>
                  <a:srgbClr val="506779"/>
                </a:solidFill>
              </a:defRPr>
            </a:lvl6pPr>
            <a:lvl7pPr>
              <a:defRPr sz="1650" b="0">
                <a:solidFill>
                  <a:srgbClr val="506779"/>
                </a:solidFill>
              </a:defRPr>
            </a:lvl7pPr>
            <a:lvl8pPr>
              <a:defRPr sz="1650" b="0">
                <a:solidFill>
                  <a:srgbClr val="506779"/>
                </a:solidFill>
              </a:defRPr>
            </a:lvl8pPr>
            <a:lvl9pPr>
              <a:defRPr sz="1650" b="0">
                <a:solidFill>
                  <a:srgbClr val="506779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06779"/>
                </a:solidFill>
              </a:defRPr>
            </a:pPr>
            <a:r>
              <a:rPr sz="1650" b="0">
                <a:solidFill>
                  <a:srgbClr val="506779"/>
                </a:solidFill>
              </a:rPr>
              <a:t>Closest public comparator: Paytm AI Customer Resolution Teammate. Full direct source links and a three-workflow comparison are in RESEARCH.md.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310A6-58B8-48F1-B412-91E887DA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531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C909B"/>
                </a:solidFill>
              </a:defRPr>
            </a:defPPr>
            <a:lvl1pPr>
              <a:defRPr sz="975" b="0">
                <a:solidFill>
                  <a:srgbClr val="7C909B"/>
                </a:solidFill>
              </a:defRPr>
            </a:lvl1pPr>
            <a:lvl2pPr>
              <a:defRPr sz="975" b="0">
                <a:solidFill>
                  <a:srgbClr val="7C909B"/>
                </a:solidFill>
              </a:defRPr>
            </a:lvl2pPr>
            <a:lvl3pPr>
              <a:defRPr sz="975" b="0">
                <a:solidFill>
                  <a:srgbClr val="7C909B"/>
                </a:solidFill>
              </a:defRPr>
            </a:lvl3pPr>
            <a:lvl4pPr>
              <a:defRPr sz="975" b="0">
                <a:solidFill>
                  <a:srgbClr val="7C909B"/>
                </a:solidFill>
              </a:defRPr>
            </a:lvl4pPr>
            <a:lvl5pPr>
              <a:defRPr sz="975" b="0">
                <a:solidFill>
                  <a:srgbClr val="7C909B"/>
                </a:solidFill>
              </a:defRPr>
            </a:lvl5pPr>
            <a:lvl6pPr>
              <a:defRPr sz="975" b="0">
                <a:solidFill>
                  <a:srgbClr val="7C909B"/>
                </a:solidFill>
              </a:defRPr>
            </a:lvl6pPr>
            <a:lvl7pPr>
              <a:defRPr sz="975" b="0">
                <a:solidFill>
                  <a:srgbClr val="7C909B"/>
                </a:solidFill>
              </a:defRPr>
            </a:lvl7pPr>
            <a:lvl8pPr>
              <a:defRPr sz="975" b="0">
                <a:solidFill>
                  <a:srgbClr val="7C909B"/>
                </a:solidFill>
              </a:defRPr>
            </a:lvl8pPr>
            <a:lvl9pPr>
              <a:defRPr sz="975" b="0">
                <a:solidFill>
                  <a:srgbClr val="7C909B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7C909B"/>
                </a:solidFill>
              </a:defRPr>
            </a:pPr>
            <a:r>
              <a:rPr sz="975" b="0">
                <a:solidFill>
                  <a:srgbClr val="7C909B"/>
                </a:solidFill>
              </a:rPr>
              <a:t>12   / 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669503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2026-10-23T10:48:22.3640000Z</dcterms:created>
  <dcterms:modified xsi:type="dcterms:W3CDTF">2026-10-23T10:48:22.3640000Z</dcterms:modified>
</coreProperties>
</file>